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4"/>
    <p:sldMasterId id="2147483661" r:id="rId5"/>
    <p:sldMasterId id="2147483674" r:id="rId6"/>
  </p:sldMasterIdLst>
  <p:notesMasterIdLst>
    <p:notesMasterId r:id="rId28"/>
  </p:notesMasterIdLst>
  <p:sldIdLst>
    <p:sldId id="300" r:id="rId7"/>
    <p:sldId id="302" r:id="rId8"/>
    <p:sldId id="280" r:id="rId9"/>
    <p:sldId id="281" r:id="rId10"/>
    <p:sldId id="894" r:id="rId11"/>
    <p:sldId id="895" r:id="rId12"/>
    <p:sldId id="896" r:id="rId13"/>
    <p:sldId id="879" r:id="rId14"/>
    <p:sldId id="268" r:id="rId15"/>
    <p:sldId id="269" r:id="rId16"/>
    <p:sldId id="901" r:id="rId17"/>
    <p:sldId id="293" r:id="rId18"/>
    <p:sldId id="881" r:id="rId19"/>
    <p:sldId id="882" r:id="rId20"/>
    <p:sldId id="883" r:id="rId21"/>
    <p:sldId id="898" r:id="rId22"/>
    <p:sldId id="900" r:id="rId23"/>
    <p:sldId id="899" r:id="rId24"/>
    <p:sldId id="274" r:id="rId25"/>
    <p:sldId id="279" r:id="rId26"/>
    <p:sldId id="893" r:id="rId27"/>
    <p:sldId id="902" r:id="rId35"/>
    <p:sldId id="903" r:id="rId36"/>
    <p:sldId id="904" r:id="rId37"/>
    <p:sldId id="905" r:id="rId38"/>
    <p:sldId id="906" r:id="rId39"/>
    <p:sldId id="907" r:id="rId40"/>
    <p:sldId id="908" r:id="rId41"/>
    <p:sldId id="909" r:id="rId42"/>
    <p:sldId id="910" r:id="rId43"/>
    <p:sldId id="911" r:id="rId44"/>
  </p:sldIdLst>
  <p:sldSz cx="12192000" cy="6858000"/>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009F42C-F8F1-4187-86E1-25A5F6409439}" v="7" dt="2023-02-21T10:57:5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411"/>
    <p:restoredTop sz="94800"/>
  </p:normalViewPr>
  <p:slideViewPr>
    <p:cSldViewPr snapToGrid="0" snapToObjects="1">
      <p:cViewPr varScale="1">
        <p:scale>
          <a:sx n="78" d="100"/>
          <a:sy n="78" d="100"/>
        </p:scale>
        <p:origin x="998"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microsoft.com/office/2016/11/relationships/changesInfo" Target="changesInfos/changesInfo1.xml"/><Relationship Id="rId34" Type="http://schemas.microsoft.com/office/2015/10/relationships/revisionInfo" Target="revisionInfo.xml"/><Relationship Id="rId35" Type="http://schemas.openxmlformats.org/officeDocument/2006/relationships/slide" Target="slides/slide22.xml"/><Relationship Id="rId36" Type="http://schemas.openxmlformats.org/officeDocument/2006/relationships/slide" Target="slides/slide23.xml"/><Relationship Id="rId37" Type="http://schemas.openxmlformats.org/officeDocument/2006/relationships/slide" Target="slides/slide24.xml"/><Relationship Id="rId38" Type="http://schemas.openxmlformats.org/officeDocument/2006/relationships/slide" Target="slides/slide25.xml"/><Relationship Id="rId39" Type="http://schemas.openxmlformats.org/officeDocument/2006/relationships/slide" Target="slides/slide26.xml"/><Relationship Id="rId40" Type="http://schemas.openxmlformats.org/officeDocument/2006/relationships/slide" Target="slides/slide27.xml"/><Relationship Id="rId41" Type="http://schemas.openxmlformats.org/officeDocument/2006/relationships/slide" Target="slides/slide28.xml"/><Relationship Id="rId42" Type="http://schemas.openxmlformats.org/officeDocument/2006/relationships/slide" Target="slides/slide29.xml"/><Relationship Id="rId43" Type="http://schemas.openxmlformats.org/officeDocument/2006/relationships/slide" Target="slides/slide30.xml"/><Relationship Id="rId44" Type="http://schemas.openxmlformats.org/officeDocument/2006/relationships/slide" Target="slides/slide3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ick Wolbertus" userId="62c46dd4-7886-4179-9371-3a3c719e1f16" providerId="ADAL" clId="{AC8BDF3F-A3BD-4C51-93C2-8710C4E79F9F}"/>
    <pc:docChg chg="custSel addSld delSld modSld sldOrd">
      <pc:chgData name="Rick Wolbertus" userId="62c46dd4-7886-4179-9371-3a3c719e1f16" providerId="ADAL" clId="{AC8BDF3F-A3BD-4C51-93C2-8710C4E79F9F}" dt="2022-02-28T08:58:07.643" v="334" actId="47"/>
      <pc:docMkLst>
        <pc:docMk/>
      </pc:docMkLst>
      <pc:sldChg chg="del">
        <pc:chgData name="Rick Wolbertus" userId="62c46dd4-7886-4179-9371-3a3c719e1f16" providerId="ADAL" clId="{AC8BDF3F-A3BD-4C51-93C2-8710C4E79F9F}" dt="2022-02-28T08:58:07.643" v="334" actId="47"/>
        <pc:sldMkLst>
          <pc:docMk/>
          <pc:sldMk cId="0" sldId="256"/>
        </pc:sldMkLst>
      </pc:sldChg>
      <pc:sldChg chg="del">
        <pc:chgData name="Rick Wolbertus" userId="62c46dd4-7886-4179-9371-3a3c719e1f16" providerId="ADAL" clId="{AC8BDF3F-A3BD-4C51-93C2-8710C4E79F9F}" dt="2022-02-28T08:05:07.295" v="7" actId="47"/>
        <pc:sldMkLst>
          <pc:docMk/>
          <pc:sldMk cId="0" sldId="257"/>
        </pc:sldMkLst>
      </pc:sldChg>
      <pc:sldChg chg="add">
        <pc:chgData name="Rick Wolbertus" userId="62c46dd4-7886-4179-9371-3a3c719e1f16" providerId="ADAL" clId="{AC8BDF3F-A3BD-4C51-93C2-8710C4E79F9F}" dt="2022-02-28T08:36:56.345" v="124"/>
        <pc:sldMkLst>
          <pc:docMk/>
          <pc:sldMk cId="910765585" sldId="258"/>
        </pc:sldMkLst>
      </pc:sldChg>
      <pc:sldChg chg="add del">
        <pc:chgData name="Rick Wolbertus" userId="62c46dd4-7886-4179-9371-3a3c719e1f16" providerId="ADAL" clId="{AC8BDF3F-A3BD-4C51-93C2-8710C4E79F9F}" dt="2022-02-28T08:36:52.769" v="123" actId="2696"/>
        <pc:sldMkLst>
          <pc:docMk/>
          <pc:sldMk cId="3603157827" sldId="258"/>
        </pc:sldMkLst>
      </pc:sldChg>
      <pc:sldChg chg="add del">
        <pc:chgData name="Rick Wolbertus" userId="62c46dd4-7886-4179-9371-3a3c719e1f16" providerId="ADAL" clId="{AC8BDF3F-A3BD-4C51-93C2-8710C4E79F9F}" dt="2022-02-28T08:36:52.769" v="123" actId="2696"/>
        <pc:sldMkLst>
          <pc:docMk/>
          <pc:sldMk cId="1126627532" sldId="259"/>
        </pc:sldMkLst>
      </pc:sldChg>
      <pc:sldChg chg="del">
        <pc:chgData name="Rick Wolbertus" userId="62c46dd4-7886-4179-9371-3a3c719e1f16" providerId="ADAL" clId="{AC8BDF3F-A3BD-4C51-93C2-8710C4E79F9F}" dt="2022-02-28T08:04:02.750" v="2" actId="2696"/>
        <pc:sldMkLst>
          <pc:docMk/>
          <pc:sldMk cId="1718163004" sldId="259"/>
        </pc:sldMkLst>
      </pc:sldChg>
      <pc:sldChg chg="del">
        <pc:chgData name="Rick Wolbertus" userId="62c46dd4-7886-4179-9371-3a3c719e1f16" providerId="ADAL" clId="{AC8BDF3F-A3BD-4C51-93C2-8710C4E79F9F}" dt="2022-02-28T08:04:56.101" v="6" actId="47"/>
        <pc:sldMkLst>
          <pc:docMk/>
          <pc:sldMk cId="0" sldId="261"/>
        </pc:sldMkLst>
      </pc:sldChg>
      <pc:sldChg chg="del">
        <pc:chgData name="Rick Wolbertus" userId="62c46dd4-7886-4179-9371-3a3c719e1f16" providerId="ADAL" clId="{AC8BDF3F-A3BD-4C51-93C2-8710C4E79F9F}" dt="2022-02-28T08:14:02.520" v="58" actId="47"/>
        <pc:sldMkLst>
          <pc:docMk/>
          <pc:sldMk cId="0" sldId="262"/>
        </pc:sldMkLst>
      </pc:sldChg>
      <pc:sldChg chg="del">
        <pc:chgData name="Rick Wolbertus" userId="62c46dd4-7886-4179-9371-3a3c719e1f16" providerId="ADAL" clId="{AC8BDF3F-A3BD-4C51-93C2-8710C4E79F9F}" dt="2022-02-28T08:09:40.526" v="46" actId="47"/>
        <pc:sldMkLst>
          <pc:docMk/>
          <pc:sldMk cId="0" sldId="265"/>
        </pc:sldMkLst>
      </pc:sldChg>
      <pc:sldChg chg="del">
        <pc:chgData name="Rick Wolbertus" userId="62c46dd4-7886-4179-9371-3a3c719e1f16" providerId="ADAL" clId="{AC8BDF3F-A3BD-4C51-93C2-8710C4E79F9F}" dt="2022-02-28T08:09:44.127" v="47" actId="47"/>
        <pc:sldMkLst>
          <pc:docMk/>
          <pc:sldMk cId="0" sldId="266"/>
        </pc:sldMkLst>
      </pc:sldChg>
      <pc:sldChg chg="del">
        <pc:chgData name="Rick Wolbertus" userId="62c46dd4-7886-4179-9371-3a3c719e1f16" providerId="ADAL" clId="{AC8BDF3F-A3BD-4C51-93C2-8710C4E79F9F}" dt="2022-02-28T08:09:45.323" v="48" actId="47"/>
        <pc:sldMkLst>
          <pc:docMk/>
          <pc:sldMk cId="0" sldId="267"/>
        </pc:sldMkLst>
      </pc:sldChg>
      <pc:sldChg chg="delSp modSp mod">
        <pc:chgData name="Rick Wolbertus" userId="62c46dd4-7886-4179-9371-3a3c719e1f16" providerId="ADAL" clId="{AC8BDF3F-A3BD-4C51-93C2-8710C4E79F9F}" dt="2022-02-28T08:14:48.461" v="62" actId="478"/>
        <pc:sldMkLst>
          <pc:docMk/>
          <pc:sldMk cId="0" sldId="268"/>
        </pc:sldMkLst>
        <pc:spChg chg="del">
          <ac:chgData name="Rick Wolbertus" userId="62c46dd4-7886-4179-9371-3a3c719e1f16" providerId="ADAL" clId="{AC8BDF3F-A3BD-4C51-93C2-8710C4E79F9F}" dt="2022-02-28T08:14:48.461" v="62" actId="478"/>
          <ac:spMkLst>
            <pc:docMk/>
            <pc:sldMk cId="0" sldId="268"/>
            <ac:spMk id="222" creationId="{00000000-0000-0000-0000-000000000000}"/>
          </ac:spMkLst>
        </pc:spChg>
        <pc:spChg chg="mod">
          <ac:chgData name="Rick Wolbertus" userId="62c46dd4-7886-4179-9371-3a3c719e1f16" providerId="ADAL" clId="{AC8BDF3F-A3BD-4C51-93C2-8710C4E79F9F}" dt="2022-02-28T08:14:26.804" v="61" actId="20577"/>
          <ac:spMkLst>
            <pc:docMk/>
            <pc:sldMk cId="0" sldId="268"/>
            <ac:spMk id="225" creationId="{00000000-0000-0000-0000-000000000000}"/>
          </ac:spMkLst>
        </pc:spChg>
      </pc:sldChg>
      <pc:sldChg chg="modSp mod">
        <pc:chgData name="Rick Wolbertus" userId="62c46dd4-7886-4179-9371-3a3c719e1f16" providerId="ADAL" clId="{AC8BDF3F-A3BD-4C51-93C2-8710C4E79F9F}" dt="2022-02-28T08:15:02.779" v="63" actId="20577"/>
        <pc:sldMkLst>
          <pc:docMk/>
          <pc:sldMk cId="0" sldId="269"/>
        </pc:sldMkLst>
        <pc:spChg chg="mod">
          <ac:chgData name="Rick Wolbertus" userId="62c46dd4-7886-4179-9371-3a3c719e1f16" providerId="ADAL" clId="{AC8BDF3F-A3BD-4C51-93C2-8710C4E79F9F}" dt="2022-02-28T08:15:02.779" v="63" actId="20577"/>
          <ac:spMkLst>
            <pc:docMk/>
            <pc:sldMk cId="0" sldId="269"/>
            <ac:spMk id="236" creationId="{00000000-0000-0000-0000-000000000000}"/>
          </ac:spMkLst>
        </pc:spChg>
      </pc:sldChg>
      <pc:sldChg chg="modSp add del mod">
        <pc:chgData name="Rick Wolbertus" userId="62c46dd4-7886-4179-9371-3a3c719e1f16" providerId="ADAL" clId="{AC8BDF3F-A3BD-4C51-93C2-8710C4E79F9F}" dt="2022-02-28T08:36:52.769" v="123" actId="2696"/>
        <pc:sldMkLst>
          <pc:docMk/>
          <pc:sldMk cId="685865030" sldId="272"/>
        </pc:sldMkLst>
        <pc:spChg chg="mod">
          <ac:chgData name="Rick Wolbertus" userId="62c46dd4-7886-4179-9371-3a3c719e1f16" providerId="ADAL" clId="{AC8BDF3F-A3BD-4C51-93C2-8710C4E79F9F}" dt="2022-02-28T08:12:32.323" v="56" actId="255"/>
          <ac:spMkLst>
            <pc:docMk/>
            <pc:sldMk cId="685865030" sldId="272"/>
            <ac:spMk id="3" creationId="{DEE3E39D-7970-4963-8839-6FC9AAB2867F}"/>
          </ac:spMkLst>
        </pc:spChg>
      </pc:sldChg>
      <pc:sldChg chg="add">
        <pc:chgData name="Rick Wolbertus" userId="62c46dd4-7886-4179-9371-3a3c719e1f16" providerId="ADAL" clId="{AC8BDF3F-A3BD-4C51-93C2-8710C4E79F9F}" dt="2022-02-28T08:36:56.345" v="124"/>
        <pc:sldMkLst>
          <pc:docMk/>
          <pc:sldMk cId="2674004108" sldId="272"/>
        </pc:sldMkLst>
      </pc:sldChg>
      <pc:sldChg chg="add">
        <pc:chgData name="Rick Wolbertus" userId="62c46dd4-7886-4179-9371-3a3c719e1f16" providerId="ADAL" clId="{AC8BDF3F-A3BD-4C51-93C2-8710C4E79F9F}" dt="2022-02-28T08:36:56.345" v="124"/>
        <pc:sldMkLst>
          <pc:docMk/>
          <pc:sldMk cId="794026947" sldId="273"/>
        </pc:sldMkLst>
      </pc:sldChg>
      <pc:sldChg chg="modSp add del mod">
        <pc:chgData name="Rick Wolbertus" userId="62c46dd4-7886-4179-9371-3a3c719e1f16" providerId="ADAL" clId="{AC8BDF3F-A3BD-4C51-93C2-8710C4E79F9F}" dt="2022-02-28T08:36:52.769" v="123" actId="2696"/>
        <pc:sldMkLst>
          <pc:docMk/>
          <pc:sldMk cId="3358973562" sldId="273"/>
        </pc:sldMkLst>
        <pc:spChg chg="mod">
          <ac:chgData name="Rick Wolbertus" userId="62c46dd4-7886-4179-9371-3a3c719e1f16" providerId="ADAL" clId="{AC8BDF3F-A3BD-4C51-93C2-8710C4E79F9F}" dt="2022-02-28T08:12:40.075" v="57" actId="255"/>
          <ac:spMkLst>
            <pc:docMk/>
            <pc:sldMk cId="3358973562" sldId="273"/>
            <ac:spMk id="3" creationId="{BD2C259D-DB5A-4452-B80A-6ACE6E53BD3D}"/>
          </ac:spMkLst>
        </pc:spChg>
      </pc:sldChg>
      <pc:sldChg chg="modSp add mod">
        <pc:chgData name="Rick Wolbertus" userId="62c46dd4-7886-4179-9371-3a3c719e1f16" providerId="ADAL" clId="{AC8BDF3F-A3BD-4C51-93C2-8710C4E79F9F}" dt="2022-02-28T08:57:56.071" v="333" actId="27636"/>
        <pc:sldMkLst>
          <pc:docMk/>
          <pc:sldMk cId="3952005511" sldId="274"/>
        </pc:sldMkLst>
        <pc:spChg chg="mod">
          <ac:chgData name="Rick Wolbertus" userId="62c46dd4-7886-4179-9371-3a3c719e1f16" providerId="ADAL" clId="{AC8BDF3F-A3BD-4C51-93C2-8710C4E79F9F}" dt="2022-02-28T08:42:44.258" v="290" actId="1076"/>
          <ac:spMkLst>
            <pc:docMk/>
            <pc:sldMk cId="3952005511" sldId="274"/>
            <ac:spMk id="2" creationId="{0BDF0DEA-8701-4C35-B437-899EE9E29E2A}"/>
          </ac:spMkLst>
        </pc:spChg>
        <pc:spChg chg="mod">
          <ac:chgData name="Rick Wolbertus" userId="62c46dd4-7886-4179-9371-3a3c719e1f16" providerId="ADAL" clId="{AC8BDF3F-A3BD-4C51-93C2-8710C4E79F9F}" dt="2022-02-28T08:57:56.071" v="333" actId="27636"/>
          <ac:spMkLst>
            <pc:docMk/>
            <pc:sldMk cId="3952005511" sldId="274"/>
            <ac:spMk id="3" creationId="{A66C7961-0131-4DBF-B876-C081D0ADB7B1}"/>
          </ac:spMkLst>
        </pc:spChg>
        <pc:picChg chg="mod">
          <ac:chgData name="Rick Wolbertus" userId="62c46dd4-7886-4179-9371-3a3c719e1f16" providerId="ADAL" clId="{AC8BDF3F-A3BD-4C51-93C2-8710C4E79F9F}" dt="2022-02-28T08:42:49.329" v="292" actId="1076"/>
          <ac:picMkLst>
            <pc:docMk/>
            <pc:sldMk cId="3952005511" sldId="274"/>
            <ac:picMk id="11" creationId="{D0CB8DBC-0D4E-420D-9998-41706D49E476}"/>
          </ac:picMkLst>
        </pc:picChg>
      </pc:sldChg>
      <pc:sldChg chg="add">
        <pc:chgData name="Rick Wolbertus" userId="62c46dd4-7886-4179-9371-3a3c719e1f16" providerId="ADAL" clId="{AC8BDF3F-A3BD-4C51-93C2-8710C4E79F9F}" dt="2022-02-28T08:42:17.181" v="285"/>
        <pc:sldMkLst>
          <pc:docMk/>
          <pc:sldMk cId="1583053896" sldId="275"/>
        </pc:sldMkLst>
      </pc:sldChg>
      <pc:sldChg chg="add">
        <pc:chgData name="Rick Wolbertus" userId="62c46dd4-7886-4179-9371-3a3c719e1f16" providerId="ADAL" clId="{AC8BDF3F-A3BD-4C51-93C2-8710C4E79F9F}" dt="2022-02-28T08:42:17.181" v="285"/>
        <pc:sldMkLst>
          <pc:docMk/>
          <pc:sldMk cId="3733806218" sldId="276"/>
        </pc:sldMkLst>
      </pc:sldChg>
      <pc:sldChg chg="modSp add mod">
        <pc:chgData name="Rick Wolbertus" userId="62c46dd4-7886-4179-9371-3a3c719e1f16" providerId="ADAL" clId="{AC8BDF3F-A3BD-4C51-93C2-8710C4E79F9F}" dt="2022-02-28T08:42:17.239" v="286" actId="27636"/>
        <pc:sldMkLst>
          <pc:docMk/>
          <pc:sldMk cId="2306866820" sldId="279"/>
        </pc:sldMkLst>
        <pc:spChg chg="mod">
          <ac:chgData name="Rick Wolbertus" userId="62c46dd4-7886-4179-9371-3a3c719e1f16" providerId="ADAL" clId="{AC8BDF3F-A3BD-4C51-93C2-8710C4E79F9F}" dt="2022-02-28T08:42:17.239" v="286" actId="27636"/>
          <ac:spMkLst>
            <pc:docMk/>
            <pc:sldMk cId="2306866820" sldId="279"/>
            <ac:spMk id="3" creationId="{8ED69A04-2E7F-48A2-B2CA-EA4E2AA1B3A2}"/>
          </ac:spMkLst>
        </pc:spChg>
      </pc:sldChg>
      <pc:sldChg chg="del">
        <pc:chgData name="Rick Wolbertus" userId="62c46dd4-7886-4179-9371-3a3c719e1f16" providerId="ADAL" clId="{AC8BDF3F-A3BD-4C51-93C2-8710C4E79F9F}" dt="2022-02-28T08:04:34.977" v="3" actId="47"/>
        <pc:sldMkLst>
          <pc:docMk/>
          <pc:sldMk cId="0" sldId="295"/>
        </pc:sldMkLst>
      </pc:sldChg>
      <pc:sldChg chg="del">
        <pc:chgData name="Rick Wolbertus" userId="62c46dd4-7886-4179-9371-3a3c719e1f16" providerId="ADAL" clId="{AC8BDF3F-A3BD-4C51-93C2-8710C4E79F9F}" dt="2022-02-28T08:04:39.353" v="5" actId="47"/>
        <pc:sldMkLst>
          <pc:docMk/>
          <pc:sldMk cId="0" sldId="296"/>
        </pc:sldMkLst>
      </pc:sldChg>
      <pc:sldChg chg="modSp del mod">
        <pc:chgData name="Rick Wolbertus" userId="62c46dd4-7886-4179-9371-3a3c719e1f16" providerId="ADAL" clId="{AC8BDF3F-A3BD-4C51-93C2-8710C4E79F9F}" dt="2022-02-28T08:36:52.769" v="123" actId="2696"/>
        <pc:sldMkLst>
          <pc:docMk/>
          <pc:sldMk cId="870479983" sldId="297"/>
        </pc:sldMkLst>
        <pc:spChg chg="mod">
          <ac:chgData name="Rick Wolbertus" userId="62c46dd4-7886-4179-9371-3a3c719e1f16" providerId="ADAL" clId="{AC8BDF3F-A3BD-4C51-93C2-8710C4E79F9F}" dt="2022-02-28T08:05:38.595" v="34" actId="20577"/>
          <ac:spMkLst>
            <pc:docMk/>
            <pc:sldMk cId="870479983" sldId="297"/>
            <ac:spMk id="364" creationId="{00000000-0000-0000-0000-000000000000}"/>
          </ac:spMkLst>
        </pc:spChg>
      </pc:sldChg>
      <pc:sldChg chg="ord">
        <pc:chgData name="Rick Wolbertus" userId="62c46dd4-7886-4179-9371-3a3c719e1f16" providerId="ADAL" clId="{AC8BDF3F-A3BD-4C51-93C2-8710C4E79F9F}" dt="2022-02-28T08:02:30.290" v="1"/>
        <pc:sldMkLst>
          <pc:docMk/>
          <pc:sldMk cId="1689162839" sldId="302"/>
        </pc:sldMkLst>
      </pc:sldChg>
      <pc:sldChg chg="modSp mod">
        <pc:chgData name="Rick Wolbertus" userId="62c46dd4-7886-4179-9371-3a3c719e1f16" providerId="ADAL" clId="{AC8BDF3F-A3BD-4C51-93C2-8710C4E79F9F}" dt="2022-02-28T08:08:29.141" v="45" actId="20577"/>
        <pc:sldMkLst>
          <pc:docMk/>
          <pc:sldMk cId="783111978" sldId="880"/>
        </pc:sldMkLst>
        <pc:spChg chg="mod">
          <ac:chgData name="Rick Wolbertus" userId="62c46dd4-7886-4179-9371-3a3c719e1f16" providerId="ADAL" clId="{AC8BDF3F-A3BD-4C51-93C2-8710C4E79F9F}" dt="2022-02-28T08:08:29.141" v="45" actId="20577"/>
          <ac:spMkLst>
            <pc:docMk/>
            <pc:sldMk cId="783111978" sldId="880"/>
            <ac:spMk id="3" creationId="{D2B3A914-3B0C-6F4E-B5D5-92C774E12D9C}"/>
          </ac:spMkLst>
        </pc:spChg>
      </pc:sldChg>
      <pc:sldChg chg="del">
        <pc:chgData name="Rick Wolbertus" userId="62c46dd4-7886-4179-9371-3a3c719e1f16" providerId="ADAL" clId="{AC8BDF3F-A3BD-4C51-93C2-8710C4E79F9F}" dt="2022-02-28T08:04:36.609" v="4" actId="47"/>
        <pc:sldMkLst>
          <pc:docMk/>
          <pc:sldMk cId="852727484" sldId="881"/>
        </pc:sldMkLst>
      </pc:sldChg>
      <pc:sldChg chg="new del">
        <pc:chgData name="Rick Wolbertus" userId="62c46dd4-7886-4179-9371-3a3c719e1f16" providerId="ADAL" clId="{AC8BDF3F-A3BD-4C51-93C2-8710C4E79F9F}" dt="2022-02-28T08:05:45.160" v="37" actId="47"/>
        <pc:sldMkLst>
          <pc:docMk/>
          <pc:sldMk cId="1869685847" sldId="881"/>
        </pc:sldMkLst>
      </pc:sldChg>
      <pc:sldChg chg="modSp add mod ord">
        <pc:chgData name="Rick Wolbertus" userId="62c46dd4-7886-4179-9371-3a3c719e1f16" providerId="ADAL" clId="{AC8BDF3F-A3BD-4C51-93C2-8710C4E79F9F}" dt="2022-02-28T08:30:42.498" v="83" actId="20577"/>
        <pc:sldMkLst>
          <pc:docMk/>
          <pc:sldMk cId="2603117774" sldId="881"/>
        </pc:sldMkLst>
        <pc:spChg chg="mod">
          <ac:chgData name="Rick Wolbertus" userId="62c46dd4-7886-4179-9371-3a3c719e1f16" providerId="ADAL" clId="{AC8BDF3F-A3BD-4C51-93C2-8710C4E79F9F}" dt="2022-02-28T08:30:42.498" v="83" actId="20577"/>
          <ac:spMkLst>
            <pc:docMk/>
            <pc:sldMk cId="2603117774" sldId="881"/>
            <ac:spMk id="364" creationId="{00000000-0000-0000-0000-000000000000}"/>
          </ac:spMkLst>
        </pc:spChg>
      </pc:sldChg>
      <pc:sldChg chg="addSp modSp new mod">
        <pc:chgData name="Rick Wolbertus" userId="62c46dd4-7886-4179-9371-3a3c719e1f16" providerId="ADAL" clId="{AC8BDF3F-A3BD-4C51-93C2-8710C4E79F9F}" dt="2022-02-28T08:35:42.233" v="115" actId="1076"/>
        <pc:sldMkLst>
          <pc:docMk/>
          <pc:sldMk cId="2069430533" sldId="882"/>
        </pc:sldMkLst>
        <pc:spChg chg="mod">
          <ac:chgData name="Rick Wolbertus" userId="62c46dd4-7886-4179-9371-3a3c719e1f16" providerId="ADAL" clId="{AC8BDF3F-A3BD-4C51-93C2-8710C4E79F9F}" dt="2022-02-28T08:32:58.674" v="109" actId="1076"/>
          <ac:spMkLst>
            <pc:docMk/>
            <pc:sldMk cId="2069430533" sldId="882"/>
            <ac:spMk id="2" creationId="{A01AD3AF-0B7B-4B53-BE20-BA4D973DAA1F}"/>
          </ac:spMkLst>
        </pc:spChg>
        <pc:picChg chg="add mod">
          <ac:chgData name="Rick Wolbertus" userId="62c46dd4-7886-4179-9371-3a3c719e1f16" providerId="ADAL" clId="{AC8BDF3F-A3BD-4C51-93C2-8710C4E79F9F}" dt="2022-02-28T08:33:57.058" v="111" actId="1076"/>
          <ac:picMkLst>
            <pc:docMk/>
            <pc:sldMk cId="2069430533" sldId="882"/>
            <ac:picMk id="5" creationId="{B5F9C967-7EB4-4609-A514-6E130CE6B5F1}"/>
          </ac:picMkLst>
        </pc:picChg>
        <pc:picChg chg="add mod">
          <ac:chgData name="Rick Wolbertus" userId="62c46dd4-7886-4179-9371-3a3c719e1f16" providerId="ADAL" clId="{AC8BDF3F-A3BD-4C51-93C2-8710C4E79F9F}" dt="2022-02-28T08:35:42.233" v="115" actId="1076"/>
          <ac:picMkLst>
            <pc:docMk/>
            <pc:sldMk cId="2069430533" sldId="882"/>
            <ac:picMk id="7" creationId="{2C83CF7C-18E9-4564-A343-185BF7DA2FCC}"/>
          </ac:picMkLst>
        </pc:picChg>
      </pc:sldChg>
      <pc:sldChg chg="modSp new mod">
        <pc:chgData name="Rick Wolbertus" userId="62c46dd4-7886-4179-9371-3a3c719e1f16" providerId="ADAL" clId="{AC8BDF3F-A3BD-4C51-93C2-8710C4E79F9F}" dt="2022-02-28T08:36:24.142" v="122" actId="313"/>
        <pc:sldMkLst>
          <pc:docMk/>
          <pc:sldMk cId="4051637586" sldId="883"/>
        </pc:sldMkLst>
        <pc:spChg chg="mod">
          <ac:chgData name="Rick Wolbertus" userId="62c46dd4-7886-4179-9371-3a3c719e1f16" providerId="ADAL" clId="{AC8BDF3F-A3BD-4C51-93C2-8710C4E79F9F}" dt="2022-02-28T08:36:24.142" v="122" actId="313"/>
          <ac:spMkLst>
            <pc:docMk/>
            <pc:sldMk cId="4051637586" sldId="883"/>
            <ac:spMk id="3" creationId="{2932EAEB-B73F-4468-9871-A4EC1300C8F9}"/>
          </ac:spMkLst>
        </pc:spChg>
      </pc:sldChg>
      <pc:sldChg chg="new del">
        <pc:chgData name="Rick Wolbertus" userId="62c46dd4-7886-4179-9371-3a3c719e1f16" providerId="ADAL" clId="{AC8BDF3F-A3BD-4C51-93C2-8710C4E79F9F}" dt="2022-02-28T08:37:07.246" v="127" actId="47"/>
        <pc:sldMkLst>
          <pc:docMk/>
          <pc:sldMk cId="1605147402" sldId="884"/>
        </pc:sldMkLst>
      </pc:sldChg>
      <pc:sldChg chg="modSp add mod">
        <pc:chgData name="Rick Wolbertus" userId="62c46dd4-7886-4179-9371-3a3c719e1f16" providerId="ADAL" clId="{AC8BDF3F-A3BD-4C51-93C2-8710C4E79F9F}" dt="2022-02-28T08:43:36.507" v="300" actId="20577"/>
        <pc:sldMkLst>
          <pc:docMk/>
          <pc:sldMk cId="3093296034" sldId="885"/>
        </pc:sldMkLst>
        <pc:spChg chg="mod">
          <ac:chgData name="Rick Wolbertus" userId="62c46dd4-7886-4179-9371-3a3c719e1f16" providerId="ADAL" clId="{AC8BDF3F-A3BD-4C51-93C2-8710C4E79F9F}" dt="2022-02-28T08:43:36.507" v="300" actId="20577"/>
          <ac:spMkLst>
            <pc:docMk/>
            <pc:sldMk cId="3093296034" sldId="885"/>
            <ac:spMk id="364" creationId="{00000000-0000-0000-0000-000000000000}"/>
          </ac:spMkLst>
        </pc:spChg>
      </pc:sldChg>
      <pc:sldChg chg="modSp new mod">
        <pc:chgData name="Rick Wolbertus" userId="62c46dd4-7886-4179-9371-3a3c719e1f16" providerId="ADAL" clId="{AC8BDF3F-A3BD-4C51-93C2-8710C4E79F9F}" dt="2022-02-28T08:38:19.773" v="280" actId="115"/>
        <pc:sldMkLst>
          <pc:docMk/>
          <pc:sldMk cId="2799055723" sldId="886"/>
        </pc:sldMkLst>
        <pc:spChg chg="mod">
          <ac:chgData name="Rick Wolbertus" userId="62c46dd4-7886-4179-9371-3a3c719e1f16" providerId="ADAL" clId="{AC8BDF3F-A3BD-4C51-93C2-8710C4E79F9F}" dt="2022-02-28T08:38:19.773" v="280" actId="115"/>
          <ac:spMkLst>
            <pc:docMk/>
            <pc:sldMk cId="2799055723" sldId="886"/>
            <ac:spMk id="3" creationId="{D7FFBD12-DAEE-4DD7-9E5B-9089670F1718}"/>
          </ac:spMkLst>
        </pc:spChg>
      </pc:sldChg>
      <pc:sldChg chg="new del">
        <pc:chgData name="Rick Wolbertus" userId="62c46dd4-7886-4179-9371-3a3c719e1f16" providerId="ADAL" clId="{AC8BDF3F-A3BD-4C51-93C2-8710C4E79F9F}" dt="2022-02-28T08:42:19.775" v="288" actId="47"/>
        <pc:sldMkLst>
          <pc:docMk/>
          <pc:sldMk cId="2641797273" sldId="887"/>
        </pc:sldMkLst>
      </pc:sldChg>
      <pc:sldChg chg="new del">
        <pc:chgData name="Rick Wolbertus" userId="62c46dd4-7886-4179-9371-3a3c719e1f16" providerId="ADAL" clId="{AC8BDF3F-A3BD-4C51-93C2-8710C4E79F9F}" dt="2022-02-28T08:42:01.886" v="284" actId="47"/>
        <pc:sldMkLst>
          <pc:docMk/>
          <pc:sldMk cId="4123860502" sldId="888"/>
        </pc:sldMkLst>
      </pc:sldChg>
      <pc:sldChg chg="add">
        <pc:chgData name="Rick Wolbertus" userId="62c46dd4-7886-4179-9371-3a3c719e1f16" providerId="ADAL" clId="{AC8BDF3F-A3BD-4C51-93C2-8710C4E79F9F}" dt="2022-02-28T08:41:57.619" v="283"/>
        <pc:sldMkLst>
          <pc:docMk/>
          <pc:sldMk cId="2425126186" sldId="889"/>
        </pc:sldMkLst>
      </pc:sldChg>
      <pc:sldChg chg="addSp modSp new mod">
        <pc:chgData name="Rick Wolbertus" userId="62c46dd4-7886-4179-9371-3a3c719e1f16" providerId="ADAL" clId="{AC8BDF3F-A3BD-4C51-93C2-8710C4E79F9F}" dt="2022-02-28T08:44:26.252" v="331" actId="1076"/>
        <pc:sldMkLst>
          <pc:docMk/>
          <pc:sldMk cId="1171323130" sldId="890"/>
        </pc:sldMkLst>
        <pc:spChg chg="mod">
          <ac:chgData name="Rick Wolbertus" userId="62c46dd4-7886-4179-9371-3a3c719e1f16" providerId="ADAL" clId="{AC8BDF3F-A3BD-4C51-93C2-8710C4E79F9F}" dt="2022-02-28T08:44:19.235" v="327" actId="20577"/>
          <ac:spMkLst>
            <pc:docMk/>
            <pc:sldMk cId="1171323130" sldId="890"/>
            <ac:spMk id="2" creationId="{F3AAB516-D798-455F-ABFA-3492A290F2DB}"/>
          </ac:spMkLst>
        </pc:spChg>
        <pc:picChg chg="add mod">
          <ac:chgData name="Rick Wolbertus" userId="62c46dd4-7886-4179-9371-3a3c719e1f16" providerId="ADAL" clId="{AC8BDF3F-A3BD-4C51-93C2-8710C4E79F9F}" dt="2022-02-28T08:44:26.252" v="331" actId="1076"/>
          <ac:picMkLst>
            <pc:docMk/>
            <pc:sldMk cId="1171323130" sldId="890"/>
            <ac:picMk id="5" creationId="{7CE50A1B-A4BF-4D02-96BD-031534979229}"/>
          </ac:picMkLst>
        </pc:picChg>
      </pc:sldChg>
      <pc:sldMasterChg chg="delSldLayout">
        <pc:chgData name="Rick Wolbertus" userId="62c46dd4-7886-4179-9371-3a3c719e1f16" providerId="ADAL" clId="{AC8BDF3F-A3BD-4C51-93C2-8710C4E79F9F}" dt="2022-02-28T08:36:52.769" v="123" actId="2696"/>
        <pc:sldMasterMkLst>
          <pc:docMk/>
          <pc:sldMasterMk cId="0" sldId="2147483661"/>
        </pc:sldMasterMkLst>
        <pc:sldLayoutChg chg="del">
          <pc:chgData name="Rick Wolbertus" userId="62c46dd4-7886-4179-9371-3a3c719e1f16" providerId="ADAL" clId="{AC8BDF3F-A3BD-4C51-93C2-8710C4E79F9F}" dt="2022-02-28T08:36:52.769" v="123" actId="2696"/>
          <pc:sldLayoutMkLst>
            <pc:docMk/>
            <pc:sldMasterMk cId="0" sldId="2147483661"/>
            <pc:sldLayoutMk cId="32250601" sldId="2147483701"/>
          </pc:sldLayoutMkLst>
        </pc:sldLayoutChg>
      </pc:sldMasterChg>
    </pc:docChg>
  </pc:docChgLst>
  <pc:docChgLst>
    <pc:chgData name="Pieter Bons" userId="38102d34-0bd8-4c1a-9059-a8d52a88a25d" providerId="ADAL" clId="{5009F42C-F8F1-4187-86E1-25A5F6409439}"/>
    <pc:docChg chg="delSld modSld">
      <pc:chgData name="Pieter Bons" userId="38102d34-0bd8-4c1a-9059-a8d52a88a25d" providerId="ADAL" clId="{5009F42C-F8F1-4187-86E1-25A5F6409439}" dt="2023-02-21T11:50:56.008" v="13" actId="47"/>
      <pc:docMkLst>
        <pc:docMk/>
      </pc:docMkLst>
      <pc:sldChg chg="delSp del">
        <pc:chgData name="Pieter Bons" userId="38102d34-0bd8-4c1a-9059-a8d52a88a25d" providerId="ADAL" clId="{5009F42C-F8F1-4187-86E1-25A5F6409439}" dt="2023-02-21T11:50:56.008" v="13" actId="47"/>
        <pc:sldMkLst>
          <pc:docMk/>
          <pc:sldMk cId="4016291906" sldId="891"/>
        </pc:sldMkLst>
        <pc:picChg chg="del">
          <ac:chgData name="Pieter Bons" userId="38102d34-0bd8-4c1a-9059-a8d52a88a25d" providerId="ADAL" clId="{5009F42C-F8F1-4187-86E1-25A5F6409439}" dt="2023-02-21T10:57:33.808" v="5" actId="21"/>
          <ac:picMkLst>
            <pc:docMk/>
            <pc:sldMk cId="4016291906" sldId="891"/>
            <ac:picMk id="6" creationId="{E0399279-A3B0-6657-D62F-4E96DA9D01E6}"/>
          </ac:picMkLst>
        </pc:picChg>
      </pc:sldChg>
      <pc:sldChg chg="addSp modSp mod">
        <pc:chgData name="Pieter Bons" userId="38102d34-0bd8-4c1a-9059-a8d52a88a25d" providerId="ADAL" clId="{5009F42C-F8F1-4187-86E1-25A5F6409439}" dt="2023-02-21T10:57:55.999" v="12" actId="1076"/>
        <pc:sldMkLst>
          <pc:docMk/>
          <pc:sldMk cId="2833306288" sldId="894"/>
        </pc:sldMkLst>
        <pc:spChg chg="mod">
          <ac:chgData name="Pieter Bons" userId="38102d34-0bd8-4c1a-9059-a8d52a88a25d" providerId="ADAL" clId="{5009F42C-F8F1-4187-86E1-25A5F6409439}" dt="2023-02-21T10:57:42.561" v="6" actId="14100"/>
          <ac:spMkLst>
            <pc:docMk/>
            <pc:sldMk cId="2833306288" sldId="894"/>
            <ac:spMk id="3" creationId="{CD0033AB-1226-B8D3-B45A-4182B26D7E38}"/>
          </ac:spMkLst>
        </pc:spChg>
        <pc:picChg chg="add mod">
          <ac:chgData name="Pieter Bons" userId="38102d34-0bd8-4c1a-9059-a8d52a88a25d" providerId="ADAL" clId="{5009F42C-F8F1-4187-86E1-25A5F6409439}" dt="2023-02-21T10:57:55.999" v="12" actId="1076"/>
          <ac:picMkLst>
            <pc:docMk/>
            <pc:sldMk cId="2833306288" sldId="894"/>
            <ac:picMk id="4" creationId="{AC8B3D88-3762-E415-8A87-CD3EBE09CF88}"/>
          </ac:picMkLst>
        </pc:picChg>
      </pc:sldChg>
    </pc:docChg>
  </pc:docChgLst>
  <pc:docChgLst>
    <pc:chgData name="Pieter Bons" userId="38102d34-0bd8-4c1a-9059-a8d52a88a25d" providerId="ADAL" clId="{149FD94A-5351-496F-94B6-CCD13600AF26}"/>
    <pc:docChg chg="undo custSel addSld delSld modSld sldOrd delMainMaster">
      <pc:chgData name="Pieter Bons" userId="38102d34-0bd8-4c1a-9059-a8d52a88a25d" providerId="ADAL" clId="{149FD94A-5351-496F-94B6-CCD13600AF26}" dt="2022-09-20T08:56:17.281" v="1843" actId="14100"/>
      <pc:docMkLst>
        <pc:docMk/>
      </pc:docMkLst>
      <pc:sldChg chg="del">
        <pc:chgData name="Pieter Bons" userId="38102d34-0bd8-4c1a-9059-a8d52a88a25d" providerId="ADAL" clId="{149FD94A-5351-496F-94B6-CCD13600AF26}" dt="2022-09-19T09:09:29.073" v="0" actId="47"/>
        <pc:sldMkLst>
          <pc:docMk/>
          <pc:sldMk cId="910765585" sldId="258"/>
        </pc:sldMkLst>
      </pc:sldChg>
      <pc:sldChg chg="del">
        <pc:chgData name="Pieter Bons" userId="38102d34-0bd8-4c1a-9059-a8d52a88a25d" providerId="ADAL" clId="{149FD94A-5351-496F-94B6-CCD13600AF26}" dt="2022-09-19T09:09:29.073" v="0" actId="47"/>
        <pc:sldMkLst>
          <pc:docMk/>
          <pc:sldMk cId="1718163004" sldId="259"/>
        </pc:sldMkLst>
      </pc:sldChg>
      <pc:sldChg chg="delSp modSp del mod">
        <pc:chgData name="Pieter Bons" userId="38102d34-0bd8-4c1a-9059-a8d52a88a25d" providerId="ADAL" clId="{149FD94A-5351-496F-94B6-CCD13600AF26}" dt="2022-09-20T07:03:37.041" v="1018" actId="47"/>
        <pc:sldMkLst>
          <pc:docMk/>
          <pc:sldMk cId="0" sldId="264"/>
        </pc:sldMkLst>
        <pc:spChg chg="mod">
          <ac:chgData name="Pieter Bons" userId="38102d34-0bd8-4c1a-9059-a8d52a88a25d" providerId="ADAL" clId="{149FD94A-5351-496F-94B6-CCD13600AF26}" dt="2022-09-20T06:47:12.955" v="336" actId="1076"/>
          <ac:spMkLst>
            <pc:docMk/>
            <pc:sldMk cId="0" sldId="264"/>
            <ac:spMk id="2" creationId="{30165B59-35CC-9740-BF8B-F5A7CE5E827E}"/>
          </ac:spMkLst>
        </pc:spChg>
        <pc:picChg chg="del">
          <ac:chgData name="Pieter Bons" userId="38102d34-0bd8-4c1a-9059-a8d52a88a25d" providerId="ADAL" clId="{149FD94A-5351-496F-94B6-CCD13600AF26}" dt="2022-09-20T06:47:15.287" v="337" actId="478"/>
          <ac:picMkLst>
            <pc:docMk/>
            <pc:sldMk cId="0" sldId="264"/>
            <ac:picMk id="205" creationId="{00000000-0000-0000-0000-000000000000}"/>
          </ac:picMkLst>
        </pc:picChg>
      </pc:sldChg>
      <pc:sldChg chg="addSp delSp modSp mod">
        <pc:chgData name="Pieter Bons" userId="38102d34-0bd8-4c1a-9059-a8d52a88a25d" providerId="ADAL" clId="{149FD94A-5351-496F-94B6-CCD13600AF26}" dt="2022-09-20T08:52:46.302" v="1816" actId="20577"/>
        <pc:sldMkLst>
          <pc:docMk/>
          <pc:sldMk cId="0" sldId="268"/>
        </pc:sldMkLst>
        <pc:spChg chg="mod">
          <ac:chgData name="Pieter Bons" userId="38102d34-0bd8-4c1a-9059-a8d52a88a25d" providerId="ADAL" clId="{149FD94A-5351-496F-94B6-CCD13600AF26}" dt="2022-09-20T08:52:46.302" v="1816" actId="20577"/>
          <ac:spMkLst>
            <pc:docMk/>
            <pc:sldMk cId="0" sldId="268"/>
            <ac:spMk id="223" creationId="{00000000-0000-0000-0000-000000000000}"/>
          </ac:spMkLst>
        </pc:spChg>
        <pc:spChg chg="mod">
          <ac:chgData name="Pieter Bons" userId="38102d34-0bd8-4c1a-9059-a8d52a88a25d" providerId="ADAL" clId="{149FD94A-5351-496F-94B6-CCD13600AF26}" dt="2022-09-20T08:52:33.406" v="1813" actId="2711"/>
          <ac:spMkLst>
            <pc:docMk/>
            <pc:sldMk cId="0" sldId="268"/>
            <ac:spMk id="228" creationId="{00000000-0000-0000-0000-000000000000}"/>
          </ac:spMkLst>
        </pc:spChg>
        <pc:spChg chg="add del mod">
          <ac:chgData name="Pieter Bons" userId="38102d34-0bd8-4c1a-9059-a8d52a88a25d" providerId="ADAL" clId="{149FD94A-5351-496F-94B6-CCD13600AF26}" dt="2022-09-20T08:52:29.244" v="1812" actId="2711"/>
          <ac:spMkLst>
            <pc:docMk/>
            <pc:sldMk cId="0" sldId="268"/>
            <ac:spMk id="229" creationId="{00000000-0000-0000-0000-000000000000}"/>
          </ac:spMkLst>
        </pc:spChg>
      </pc:sldChg>
      <pc:sldChg chg="delSp modSp mod">
        <pc:chgData name="Pieter Bons" userId="38102d34-0bd8-4c1a-9059-a8d52a88a25d" providerId="ADAL" clId="{149FD94A-5351-496F-94B6-CCD13600AF26}" dt="2022-09-20T08:54:55.463" v="1835" actId="2711"/>
        <pc:sldMkLst>
          <pc:docMk/>
          <pc:sldMk cId="0" sldId="269"/>
        </pc:sldMkLst>
        <pc:spChg chg="mod">
          <ac:chgData name="Pieter Bons" userId="38102d34-0bd8-4c1a-9059-a8d52a88a25d" providerId="ADAL" clId="{149FD94A-5351-496F-94B6-CCD13600AF26}" dt="2022-09-20T08:54:55.463" v="1835" actId="2711"/>
          <ac:spMkLst>
            <pc:docMk/>
            <pc:sldMk cId="0" sldId="269"/>
            <ac:spMk id="235" creationId="{00000000-0000-0000-0000-000000000000}"/>
          </ac:spMkLst>
        </pc:spChg>
        <pc:spChg chg="del">
          <ac:chgData name="Pieter Bons" userId="38102d34-0bd8-4c1a-9059-a8d52a88a25d" providerId="ADAL" clId="{149FD94A-5351-496F-94B6-CCD13600AF26}" dt="2022-09-20T08:54:49.186" v="1834" actId="478"/>
          <ac:spMkLst>
            <pc:docMk/>
            <pc:sldMk cId="0" sldId="269"/>
            <ac:spMk id="236" creationId="{00000000-0000-0000-0000-000000000000}"/>
          </ac:spMkLst>
        </pc:spChg>
      </pc:sldChg>
      <pc:sldChg chg="del">
        <pc:chgData name="Pieter Bons" userId="38102d34-0bd8-4c1a-9059-a8d52a88a25d" providerId="ADAL" clId="{149FD94A-5351-496F-94B6-CCD13600AF26}" dt="2022-09-19T09:09:29.073" v="0" actId="47"/>
        <pc:sldMkLst>
          <pc:docMk/>
          <pc:sldMk cId="2674004108" sldId="272"/>
        </pc:sldMkLst>
      </pc:sldChg>
      <pc:sldChg chg="del">
        <pc:chgData name="Pieter Bons" userId="38102d34-0bd8-4c1a-9059-a8d52a88a25d" providerId="ADAL" clId="{149FD94A-5351-496F-94B6-CCD13600AF26}" dt="2022-09-19T09:09:29.073" v="0" actId="47"/>
        <pc:sldMkLst>
          <pc:docMk/>
          <pc:sldMk cId="794026947" sldId="273"/>
        </pc:sldMkLst>
      </pc:sldChg>
      <pc:sldChg chg="delSp modSp mod">
        <pc:chgData name="Pieter Bons" userId="38102d34-0bd8-4c1a-9059-a8d52a88a25d" providerId="ADAL" clId="{149FD94A-5351-496F-94B6-CCD13600AF26}" dt="2022-09-20T08:43:23.034" v="1766" actId="20577"/>
        <pc:sldMkLst>
          <pc:docMk/>
          <pc:sldMk cId="3952005511" sldId="274"/>
        </pc:sldMkLst>
        <pc:spChg chg="mod">
          <ac:chgData name="Pieter Bons" userId="38102d34-0bd8-4c1a-9059-a8d52a88a25d" providerId="ADAL" clId="{149FD94A-5351-496F-94B6-CCD13600AF26}" dt="2022-09-20T08:24:04.200" v="1143" actId="20577"/>
          <ac:spMkLst>
            <pc:docMk/>
            <pc:sldMk cId="3952005511" sldId="274"/>
            <ac:spMk id="2" creationId="{0BDF0DEA-8701-4C35-B437-899EE9E29E2A}"/>
          </ac:spMkLst>
        </pc:spChg>
        <pc:spChg chg="mod">
          <ac:chgData name="Pieter Bons" userId="38102d34-0bd8-4c1a-9059-a8d52a88a25d" providerId="ADAL" clId="{149FD94A-5351-496F-94B6-CCD13600AF26}" dt="2022-09-20T08:43:23.034" v="1766" actId="20577"/>
          <ac:spMkLst>
            <pc:docMk/>
            <pc:sldMk cId="3952005511" sldId="274"/>
            <ac:spMk id="3" creationId="{A66C7961-0131-4DBF-B876-C081D0ADB7B1}"/>
          </ac:spMkLst>
        </pc:spChg>
        <pc:picChg chg="del">
          <ac:chgData name="Pieter Bons" userId="38102d34-0bd8-4c1a-9059-a8d52a88a25d" providerId="ADAL" clId="{149FD94A-5351-496F-94B6-CCD13600AF26}" dt="2022-09-20T08:37:45.694" v="1680" actId="478"/>
          <ac:picMkLst>
            <pc:docMk/>
            <pc:sldMk cId="3952005511" sldId="274"/>
            <ac:picMk id="11" creationId="{D0CB8DBC-0D4E-420D-9998-41706D49E476}"/>
          </ac:picMkLst>
        </pc:picChg>
      </pc:sldChg>
      <pc:sldChg chg="del">
        <pc:chgData name="Pieter Bons" userId="38102d34-0bd8-4c1a-9059-a8d52a88a25d" providerId="ADAL" clId="{149FD94A-5351-496F-94B6-CCD13600AF26}" dt="2022-09-20T08:23:51.263" v="1107" actId="47"/>
        <pc:sldMkLst>
          <pc:docMk/>
          <pc:sldMk cId="1583053896" sldId="275"/>
        </pc:sldMkLst>
      </pc:sldChg>
      <pc:sldChg chg="del">
        <pc:chgData name="Pieter Bons" userId="38102d34-0bd8-4c1a-9059-a8d52a88a25d" providerId="ADAL" clId="{149FD94A-5351-496F-94B6-CCD13600AF26}" dt="2022-09-20T08:23:49.272" v="1106" actId="47"/>
        <pc:sldMkLst>
          <pc:docMk/>
          <pc:sldMk cId="3733806218" sldId="276"/>
        </pc:sldMkLst>
      </pc:sldChg>
      <pc:sldChg chg="del">
        <pc:chgData name="Pieter Bons" userId="38102d34-0bd8-4c1a-9059-a8d52a88a25d" providerId="ADAL" clId="{149FD94A-5351-496F-94B6-CCD13600AF26}" dt="2022-09-20T06:57:48.254" v="390" actId="47"/>
        <pc:sldMkLst>
          <pc:docMk/>
          <pc:sldMk cId="0" sldId="278"/>
        </pc:sldMkLst>
      </pc:sldChg>
      <pc:sldChg chg="addSp delSp modSp mod ord">
        <pc:chgData name="Pieter Bons" userId="38102d34-0bd8-4c1a-9059-a8d52a88a25d" providerId="ADAL" clId="{149FD94A-5351-496F-94B6-CCD13600AF26}" dt="2022-09-20T08:41:31.976" v="1754" actId="478"/>
        <pc:sldMkLst>
          <pc:docMk/>
          <pc:sldMk cId="2306866820" sldId="279"/>
        </pc:sldMkLst>
        <pc:spChg chg="del mod">
          <ac:chgData name="Pieter Bons" userId="38102d34-0bd8-4c1a-9059-a8d52a88a25d" providerId="ADAL" clId="{149FD94A-5351-496F-94B6-CCD13600AF26}" dt="2022-09-20T08:41:31.976" v="1754" actId="478"/>
          <ac:spMkLst>
            <pc:docMk/>
            <pc:sldMk cId="2306866820" sldId="279"/>
            <ac:spMk id="3" creationId="{8ED69A04-2E7F-48A2-B2CA-EA4E2AA1B3A2}"/>
          </ac:spMkLst>
        </pc:spChg>
        <pc:picChg chg="add mod">
          <ac:chgData name="Pieter Bons" userId="38102d34-0bd8-4c1a-9059-a8d52a88a25d" providerId="ADAL" clId="{149FD94A-5351-496F-94B6-CCD13600AF26}" dt="2022-09-20T08:41:27.960" v="1753" actId="1076"/>
          <ac:picMkLst>
            <pc:docMk/>
            <pc:sldMk cId="2306866820" sldId="279"/>
            <ac:picMk id="7" creationId="{83274010-952B-4F53-51F7-5870BD08BAA7}"/>
          </ac:picMkLst>
        </pc:picChg>
        <pc:picChg chg="add mod">
          <ac:chgData name="Pieter Bons" userId="38102d34-0bd8-4c1a-9059-a8d52a88a25d" providerId="ADAL" clId="{149FD94A-5351-496F-94B6-CCD13600AF26}" dt="2022-09-20T08:41:27.960" v="1753" actId="1076"/>
          <ac:picMkLst>
            <pc:docMk/>
            <pc:sldMk cId="2306866820" sldId="279"/>
            <ac:picMk id="8" creationId="{92E6AD47-579D-E9D1-4726-DB357C1A19C4}"/>
          </ac:picMkLst>
        </pc:picChg>
      </pc:sldChg>
      <pc:sldChg chg="modSp mod">
        <pc:chgData name="Pieter Bons" userId="38102d34-0bd8-4c1a-9059-a8d52a88a25d" providerId="ADAL" clId="{149FD94A-5351-496F-94B6-CCD13600AF26}" dt="2022-09-19T11:47:27.252" v="53" actId="20577"/>
        <pc:sldMkLst>
          <pc:docMk/>
          <pc:sldMk cId="0" sldId="280"/>
        </pc:sldMkLst>
        <pc:spChg chg="mod">
          <ac:chgData name="Pieter Bons" userId="38102d34-0bd8-4c1a-9059-a8d52a88a25d" providerId="ADAL" clId="{149FD94A-5351-496F-94B6-CCD13600AF26}" dt="2022-09-19T11:47:27.252" v="53" actId="20577"/>
          <ac:spMkLst>
            <pc:docMk/>
            <pc:sldMk cId="0" sldId="280"/>
            <ac:spMk id="292" creationId="{00000000-0000-0000-0000-000000000000}"/>
          </ac:spMkLst>
        </pc:spChg>
      </pc:sldChg>
      <pc:sldChg chg="modSp mod">
        <pc:chgData name="Pieter Bons" userId="38102d34-0bd8-4c1a-9059-a8d52a88a25d" providerId="ADAL" clId="{149FD94A-5351-496F-94B6-CCD13600AF26}" dt="2022-09-19T11:49:53.498" v="169" actId="20577"/>
        <pc:sldMkLst>
          <pc:docMk/>
          <pc:sldMk cId="0" sldId="281"/>
        </pc:sldMkLst>
        <pc:spChg chg="mod">
          <ac:chgData name="Pieter Bons" userId="38102d34-0bd8-4c1a-9059-a8d52a88a25d" providerId="ADAL" clId="{149FD94A-5351-496F-94B6-CCD13600AF26}" dt="2022-09-19T11:48:35.034" v="111" actId="20577"/>
          <ac:spMkLst>
            <pc:docMk/>
            <pc:sldMk cId="0" sldId="281"/>
            <ac:spMk id="294" creationId="{00000000-0000-0000-0000-000000000000}"/>
          </ac:spMkLst>
        </pc:spChg>
        <pc:spChg chg="mod">
          <ac:chgData name="Pieter Bons" userId="38102d34-0bd8-4c1a-9059-a8d52a88a25d" providerId="ADAL" clId="{149FD94A-5351-496F-94B6-CCD13600AF26}" dt="2022-09-19T11:49:53.498" v="169" actId="20577"/>
          <ac:spMkLst>
            <pc:docMk/>
            <pc:sldMk cId="0" sldId="281"/>
            <ac:spMk id="295" creationId="{00000000-0000-0000-0000-000000000000}"/>
          </ac:spMkLst>
        </pc:spChg>
      </pc:sldChg>
      <pc:sldChg chg="del">
        <pc:chgData name="Pieter Bons" userId="38102d34-0bd8-4c1a-9059-a8d52a88a25d" providerId="ADAL" clId="{149FD94A-5351-496F-94B6-CCD13600AF26}" dt="2022-09-19T12:08:49.357" v="174" actId="47"/>
        <pc:sldMkLst>
          <pc:docMk/>
          <pc:sldMk cId="0" sldId="282"/>
        </pc:sldMkLst>
      </pc:sldChg>
      <pc:sldChg chg="del">
        <pc:chgData name="Pieter Bons" userId="38102d34-0bd8-4c1a-9059-a8d52a88a25d" providerId="ADAL" clId="{149FD94A-5351-496F-94B6-CCD13600AF26}" dt="2022-09-19T12:08:49.357" v="174" actId="47"/>
        <pc:sldMkLst>
          <pc:docMk/>
          <pc:sldMk cId="0" sldId="283"/>
        </pc:sldMkLst>
      </pc:sldChg>
      <pc:sldChg chg="del">
        <pc:chgData name="Pieter Bons" userId="38102d34-0bd8-4c1a-9059-a8d52a88a25d" providerId="ADAL" clId="{149FD94A-5351-496F-94B6-CCD13600AF26}" dt="2022-09-19T12:08:49.357" v="174" actId="47"/>
        <pc:sldMkLst>
          <pc:docMk/>
          <pc:sldMk cId="0" sldId="284"/>
        </pc:sldMkLst>
      </pc:sldChg>
      <pc:sldChg chg="del">
        <pc:chgData name="Pieter Bons" userId="38102d34-0bd8-4c1a-9059-a8d52a88a25d" providerId="ADAL" clId="{149FD94A-5351-496F-94B6-CCD13600AF26}" dt="2022-09-19T12:04:50.973" v="172" actId="47"/>
        <pc:sldMkLst>
          <pc:docMk/>
          <pc:sldMk cId="0" sldId="285"/>
        </pc:sldMkLst>
      </pc:sldChg>
      <pc:sldChg chg="del">
        <pc:chgData name="Pieter Bons" userId="38102d34-0bd8-4c1a-9059-a8d52a88a25d" providerId="ADAL" clId="{149FD94A-5351-496F-94B6-CCD13600AF26}" dt="2022-09-19T12:05:55.533" v="173" actId="47"/>
        <pc:sldMkLst>
          <pc:docMk/>
          <pc:sldMk cId="0" sldId="286"/>
        </pc:sldMkLst>
      </pc:sldChg>
      <pc:sldChg chg="delSp modSp del mod">
        <pc:chgData name="Pieter Bons" userId="38102d34-0bd8-4c1a-9059-a8d52a88a25d" providerId="ADAL" clId="{149FD94A-5351-496F-94B6-CCD13600AF26}" dt="2022-09-20T06:57:46.007" v="389" actId="47"/>
        <pc:sldMkLst>
          <pc:docMk/>
          <pc:sldMk cId="0" sldId="287"/>
        </pc:sldMkLst>
        <pc:spChg chg="mod">
          <ac:chgData name="Pieter Bons" userId="38102d34-0bd8-4c1a-9059-a8d52a88a25d" providerId="ADAL" clId="{149FD94A-5351-496F-94B6-CCD13600AF26}" dt="2022-09-20T06:57:44.517" v="388" actId="6549"/>
          <ac:spMkLst>
            <pc:docMk/>
            <pc:sldMk cId="0" sldId="287"/>
            <ac:spMk id="318" creationId="{00000000-0000-0000-0000-000000000000}"/>
          </ac:spMkLst>
        </pc:spChg>
        <pc:picChg chg="del">
          <ac:chgData name="Pieter Bons" userId="38102d34-0bd8-4c1a-9059-a8d52a88a25d" providerId="ADAL" clId="{149FD94A-5351-496F-94B6-CCD13600AF26}" dt="2022-09-20T06:57:20.551" v="385" actId="478"/>
          <ac:picMkLst>
            <pc:docMk/>
            <pc:sldMk cId="0" sldId="287"/>
            <ac:picMk id="320" creationId="{00000000-0000-0000-0000-000000000000}"/>
          </ac:picMkLst>
        </pc:picChg>
      </pc:sldChg>
      <pc:sldChg chg="del">
        <pc:chgData name="Pieter Bons" userId="38102d34-0bd8-4c1a-9059-a8d52a88a25d" providerId="ADAL" clId="{149FD94A-5351-496F-94B6-CCD13600AF26}" dt="2022-09-20T06:48:22.948" v="341" actId="47"/>
        <pc:sldMkLst>
          <pc:docMk/>
          <pc:sldMk cId="0" sldId="288"/>
        </pc:sldMkLst>
      </pc:sldChg>
      <pc:sldChg chg="del">
        <pc:chgData name="Pieter Bons" userId="38102d34-0bd8-4c1a-9059-a8d52a88a25d" providerId="ADAL" clId="{149FD94A-5351-496F-94B6-CCD13600AF26}" dt="2022-09-20T06:48:18.690" v="339" actId="47"/>
        <pc:sldMkLst>
          <pc:docMk/>
          <pc:sldMk cId="0" sldId="289"/>
        </pc:sldMkLst>
      </pc:sldChg>
      <pc:sldChg chg="del">
        <pc:chgData name="Pieter Bons" userId="38102d34-0bd8-4c1a-9059-a8d52a88a25d" providerId="ADAL" clId="{149FD94A-5351-496F-94B6-CCD13600AF26}" dt="2022-09-20T06:48:20.875" v="340" actId="47"/>
        <pc:sldMkLst>
          <pc:docMk/>
          <pc:sldMk cId="0" sldId="290"/>
        </pc:sldMkLst>
      </pc:sldChg>
      <pc:sldChg chg="del">
        <pc:chgData name="Pieter Bons" userId="38102d34-0bd8-4c1a-9059-a8d52a88a25d" providerId="ADAL" clId="{149FD94A-5351-496F-94B6-CCD13600AF26}" dt="2022-09-19T12:09:24.954" v="175" actId="47"/>
        <pc:sldMkLst>
          <pc:docMk/>
          <pc:sldMk cId="0" sldId="291"/>
        </pc:sldMkLst>
      </pc:sldChg>
      <pc:sldChg chg="del">
        <pc:chgData name="Pieter Bons" userId="38102d34-0bd8-4c1a-9059-a8d52a88a25d" providerId="ADAL" clId="{149FD94A-5351-496F-94B6-CCD13600AF26}" dt="2022-09-19T12:18:53.066" v="176" actId="47"/>
        <pc:sldMkLst>
          <pc:docMk/>
          <pc:sldMk cId="0" sldId="292"/>
        </pc:sldMkLst>
      </pc:sldChg>
      <pc:sldChg chg="del">
        <pc:chgData name="Pieter Bons" userId="38102d34-0bd8-4c1a-9059-a8d52a88a25d" providerId="ADAL" clId="{149FD94A-5351-496F-94B6-CCD13600AF26}" dt="2022-09-19T09:09:29.073" v="0" actId="47"/>
        <pc:sldMkLst>
          <pc:docMk/>
          <pc:sldMk cId="870479983" sldId="297"/>
        </pc:sldMkLst>
      </pc:sldChg>
      <pc:sldChg chg="del">
        <pc:chgData name="Pieter Bons" userId="38102d34-0bd8-4c1a-9059-a8d52a88a25d" providerId="ADAL" clId="{149FD94A-5351-496F-94B6-CCD13600AF26}" dt="2022-09-19T12:18:58.021" v="177" actId="47"/>
        <pc:sldMkLst>
          <pc:docMk/>
          <pc:sldMk cId="0" sldId="298"/>
        </pc:sldMkLst>
      </pc:sldChg>
      <pc:sldChg chg="modSp mod">
        <pc:chgData name="Pieter Bons" userId="38102d34-0bd8-4c1a-9059-a8d52a88a25d" providerId="ADAL" clId="{149FD94A-5351-496F-94B6-CCD13600AF26}" dt="2022-09-19T11:46:15.667" v="27" actId="20577"/>
        <pc:sldMkLst>
          <pc:docMk/>
          <pc:sldMk cId="1689162839" sldId="302"/>
        </pc:sldMkLst>
        <pc:spChg chg="mod">
          <ac:chgData name="Pieter Bons" userId="38102d34-0bd8-4c1a-9059-a8d52a88a25d" providerId="ADAL" clId="{149FD94A-5351-496F-94B6-CCD13600AF26}" dt="2022-09-19T11:46:15.667" v="27" actId="20577"/>
          <ac:spMkLst>
            <pc:docMk/>
            <pc:sldMk cId="1689162839" sldId="302"/>
            <ac:spMk id="250" creationId="{00000000-0000-0000-0000-000000000000}"/>
          </ac:spMkLst>
        </pc:spChg>
      </pc:sldChg>
      <pc:sldChg chg="del">
        <pc:chgData name="Pieter Bons" userId="38102d34-0bd8-4c1a-9059-a8d52a88a25d" providerId="ADAL" clId="{149FD94A-5351-496F-94B6-CCD13600AF26}" dt="2022-09-19T11:50:15.137" v="170" actId="47"/>
        <pc:sldMkLst>
          <pc:docMk/>
          <pc:sldMk cId="3603526463" sldId="877"/>
        </pc:sldMkLst>
      </pc:sldChg>
      <pc:sldChg chg="del">
        <pc:chgData name="Pieter Bons" userId="38102d34-0bd8-4c1a-9059-a8d52a88a25d" providerId="ADAL" clId="{149FD94A-5351-496F-94B6-CCD13600AF26}" dt="2022-09-19T11:50:41.078" v="171" actId="47"/>
        <pc:sldMkLst>
          <pc:docMk/>
          <pc:sldMk cId="1333583640" sldId="878"/>
        </pc:sldMkLst>
      </pc:sldChg>
      <pc:sldChg chg="ord">
        <pc:chgData name="Pieter Bons" userId="38102d34-0bd8-4c1a-9059-a8d52a88a25d" providerId="ADAL" clId="{149FD94A-5351-496F-94B6-CCD13600AF26}" dt="2022-09-20T08:55:05.402" v="1837"/>
        <pc:sldMkLst>
          <pc:docMk/>
          <pc:sldMk cId="1472530084" sldId="879"/>
        </pc:sldMkLst>
      </pc:sldChg>
      <pc:sldChg chg="del">
        <pc:chgData name="Pieter Bons" userId="38102d34-0bd8-4c1a-9059-a8d52a88a25d" providerId="ADAL" clId="{149FD94A-5351-496F-94B6-CCD13600AF26}" dt="2022-09-20T06:48:01.908" v="338" actId="47"/>
        <pc:sldMkLst>
          <pc:docMk/>
          <pc:sldMk cId="783111978" sldId="880"/>
        </pc:sldMkLst>
      </pc:sldChg>
      <pc:sldChg chg="modSp mod">
        <pc:chgData name="Pieter Bons" userId="38102d34-0bd8-4c1a-9059-a8d52a88a25d" providerId="ADAL" clId="{149FD94A-5351-496F-94B6-CCD13600AF26}" dt="2022-09-20T08:56:17.281" v="1843" actId="14100"/>
        <pc:sldMkLst>
          <pc:docMk/>
          <pc:sldMk cId="2603117774" sldId="881"/>
        </pc:sldMkLst>
        <pc:spChg chg="mod">
          <ac:chgData name="Pieter Bons" userId="38102d34-0bd8-4c1a-9059-a8d52a88a25d" providerId="ADAL" clId="{149FD94A-5351-496F-94B6-CCD13600AF26}" dt="2022-09-20T08:56:17.281" v="1843" actId="14100"/>
          <ac:spMkLst>
            <pc:docMk/>
            <pc:sldMk cId="2603117774" sldId="881"/>
            <ac:spMk id="363" creationId="{00000000-0000-0000-0000-000000000000}"/>
          </ac:spMkLst>
        </pc:spChg>
      </pc:sldChg>
      <pc:sldChg chg="delSp modSp mod">
        <pc:chgData name="Pieter Bons" userId="38102d34-0bd8-4c1a-9059-a8d52a88a25d" providerId="ADAL" clId="{149FD94A-5351-496F-94B6-CCD13600AF26}" dt="2022-09-20T08:56:02.784" v="1841" actId="20577"/>
        <pc:sldMkLst>
          <pc:docMk/>
          <pc:sldMk cId="2069430533" sldId="882"/>
        </pc:sldMkLst>
        <pc:spChg chg="mod">
          <ac:chgData name="Pieter Bons" userId="38102d34-0bd8-4c1a-9059-a8d52a88a25d" providerId="ADAL" clId="{149FD94A-5351-496F-94B6-CCD13600AF26}" dt="2022-09-20T08:56:02.784" v="1841" actId="20577"/>
          <ac:spMkLst>
            <pc:docMk/>
            <pc:sldMk cId="2069430533" sldId="882"/>
            <ac:spMk id="2" creationId="{A01AD3AF-0B7B-4B53-BE20-BA4D973DAA1F}"/>
          </ac:spMkLst>
        </pc:spChg>
        <pc:spChg chg="del mod">
          <ac:chgData name="Pieter Bons" userId="38102d34-0bd8-4c1a-9059-a8d52a88a25d" providerId="ADAL" clId="{149FD94A-5351-496F-94B6-CCD13600AF26}" dt="2022-09-20T08:56:00.045" v="1840" actId="478"/>
          <ac:spMkLst>
            <pc:docMk/>
            <pc:sldMk cId="2069430533" sldId="882"/>
            <ac:spMk id="3" creationId="{945724A9-6768-49C1-8A46-36C00A3DA65B}"/>
          </ac:spMkLst>
        </pc:spChg>
      </pc:sldChg>
      <pc:sldChg chg="addSp delSp modSp mod">
        <pc:chgData name="Pieter Bons" userId="38102d34-0bd8-4c1a-9059-a8d52a88a25d" providerId="ADAL" clId="{149FD94A-5351-496F-94B6-CCD13600AF26}" dt="2022-09-20T08:22:52.346" v="1104" actId="20577"/>
        <pc:sldMkLst>
          <pc:docMk/>
          <pc:sldMk cId="4051637586" sldId="883"/>
        </pc:sldMkLst>
        <pc:spChg chg="del">
          <ac:chgData name="Pieter Bons" userId="38102d34-0bd8-4c1a-9059-a8d52a88a25d" providerId="ADAL" clId="{149FD94A-5351-496F-94B6-CCD13600AF26}" dt="2022-09-19T09:09:44.788" v="4" actId="478"/>
          <ac:spMkLst>
            <pc:docMk/>
            <pc:sldMk cId="4051637586" sldId="883"/>
            <ac:spMk id="2" creationId="{549E06D3-A2B0-484E-9B73-A90DEF7F501F}"/>
          </ac:spMkLst>
        </pc:spChg>
        <pc:spChg chg="add del mod">
          <ac:chgData name="Pieter Bons" userId="38102d34-0bd8-4c1a-9059-a8d52a88a25d" providerId="ADAL" clId="{149FD94A-5351-496F-94B6-CCD13600AF26}" dt="2022-09-20T08:22:52.346" v="1104" actId="20577"/>
          <ac:spMkLst>
            <pc:docMk/>
            <pc:sldMk cId="4051637586" sldId="883"/>
            <ac:spMk id="3" creationId="{2932EAEB-B73F-4468-9871-A4EC1300C8F9}"/>
          </ac:spMkLst>
        </pc:spChg>
        <pc:spChg chg="add del mod">
          <ac:chgData name="Pieter Bons" userId="38102d34-0bd8-4c1a-9059-a8d52a88a25d" providerId="ADAL" clId="{149FD94A-5351-496F-94B6-CCD13600AF26}" dt="2022-09-20T08:22:09.056" v="1094" actId="478"/>
          <ac:spMkLst>
            <pc:docMk/>
            <pc:sldMk cId="4051637586" sldId="883"/>
            <ac:spMk id="4" creationId="{DA482353-1622-42AF-740F-8A502CD0A034}"/>
          </ac:spMkLst>
        </pc:spChg>
        <pc:spChg chg="add del mod">
          <ac:chgData name="Pieter Bons" userId="38102d34-0bd8-4c1a-9059-a8d52a88a25d" providerId="ADAL" clId="{149FD94A-5351-496F-94B6-CCD13600AF26}" dt="2022-09-19T09:09:40.337" v="2" actId="478"/>
          <ac:spMkLst>
            <pc:docMk/>
            <pc:sldMk cId="4051637586" sldId="883"/>
            <ac:spMk id="5" creationId="{273F38C5-6F36-D5A4-8DA8-8380C1CC603F}"/>
          </ac:spMkLst>
        </pc:spChg>
      </pc:sldChg>
      <pc:sldChg chg="del">
        <pc:chgData name="Pieter Bons" userId="38102d34-0bd8-4c1a-9059-a8d52a88a25d" providerId="ADAL" clId="{149FD94A-5351-496F-94B6-CCD13600AF26}" dt="2022-09-20T08:50:08.404" v="1795" actId="47"/>
        <pc:sldMkLst>
          <pc:docMk/>
          <pc:sldMk cId="3093296034" sldId="885"/>
        </pc:sldMkLst>
      </pc:sldChg>
      <pc:sldChg chg="delSp modSp del mod">
        <pc:chgData name="Pieter Bons" userId="38102d34-0bd8-4c1a-9059-a8d52a88a25d" providerId="ADAL" clId="{149FD94A-5351-496F-94B6-CCD13600AF26}" dt="2022-09-19T12:21:05.114" v="334" actId="47"/>
        <pc:sldMkLst>
          <pc:docMk/>
          <pc:sldMk cId="2799055723" sldId="886"/>
        </pc:sldMkLst>
        <pc:spChg chg="del">
          <ac:chgData name="Pieter Bons" userId="38102d34-0bd8-4c1a-9059-a8d52a88a25d" providerId="ADAL" clId="{149FD94A-5351-496F-94B6-CCD13600AF26}" dt="2022-09-19T09:14:54.923" v="7" actId="478"/>
          <ac:spMkLst>
            <pc:docMk/>
            <pc:sldMk cId="2799055723" sldId="886"/>
            <ac:spMk id="2" creationId="{33386E2F-D457-44D1-9FAB-404B0E376992}"/>
          </ac:spMkLst>
        </pc:spChg>
        <pc:spChg chg="mod">
          <ac:chgData name="Pieter Bons" userId="38102d34-0bd8-4c1a-9059-a8d52a88a25d" providerId="ADAL" clId="{149FD94A-5351-496F-94B6-CCD13600AF26}" dt="2022-09-19T09:14:52.589" v="6" actId="1076"/>
          <ac:spMkLst>
            <pc:docMk/>
            <pc:sldMk cId="2799055723" sldId="886"/>
            <ac:spMk id="3" creationId="{D7FFBD12-DAEE-4DD7-9E5B-9089670F1718}"/>
          </ac:spMkLst>
        </pc:spChg>
      </pc:sldChg>
      <pc:sldChg chg="del">
        <pc:chgData name="Pieter Bons" userId="38102d34-0bd8-4c1a-9059-a8d52a88a25d" providerId="ADAL" clId="{149FD94A-5351-496F-94B6-CCD13600AF26}" dt="2022-09-20T08:23:43.676" v="1105" actId="47"/>
        <pc:sldMkLst>
          <pc:docMk/>
          <pc:sldMk cId="2425126186" sldId="889"/>
        </pc:sldMkLst>
      </pc:sldChg>
      <pc:sldChg chg="addSp delSp modSp del mod">
        <pc:chgData name="Pieter Bons" userId="38102d34-0bd8-4c1a-9059-a8d52a88a25d" providerId="ADAL" clId="{149FD94A-5351-496F-94B6-CCD13600AF26}" dt="2022-09-20T08:50:04.422" v="1794" actId="47"/>
        <pc:sldMkLst>
          <pc:docMk/>
          <pc:sldMk cId="1171323130" sldId="890"/>
        </pc:sldMkLst>
        <pc:spChg chg="del mod">
          <ac:chgData name="Pieter Bons" userId="38102d34-0bd8-4c1a-9059-a8d52a88a25d" providerId="ADAL" clId="{149FD94A-5351-496F-94B6-CCD13600AF26}" dt="2022-09-19T12:19:51.218" v="189" actId="478"/>
          <ac:spMkLst>
            <pc:docMk/>
            <pc:sldMk cId="1171323130" sldId="890"/>
            <ac:spMk id="2" creationId="{F3AAB516-D798-455F-ABFA-3492A290F2DB}"/>
          </ac:spMkLst>
        </pc:spChg>
        <pc:spChg chg="del">
          <ac:chgData name="Pieter Bons" userId="38102d34-0bd8-4c1a-9059-a8d52a88a25d" providerId="ADAL" clId="{149FD94A-5351-496F-94B6-CCD13600AF26}" dt="2022-09-19T09:09:50.657" v="5" actId="478"/>
          <ac:spMkLst>
            <pc:docMk/>
            <pc:sldMk cId="1171323130" sldId="890"/>
            <ac:spMk id="3" creationId="{EF9D5506-424B-4BF8-8797-F20915CB968D}"/>
          </ac:spMkLst>
        </pc:spChg>
        <pc:spChg chg="add del mod">
          <ac:chgData name="Pieter Bons" userId="38102d34-0bd8-4c1a-9059-a8d52a88a25d" providerId="ADAL" clId="{149FD94A-5351-496F-94B6-CCD13600AF26}" dt="2022-09-19T12:19:53.259" v="190" actId="478"/>
          <ac:spMkLst>
            <pc:docMk/>
            <pc:sldMk cId="1171323130" sldId="890"/>
            <ac:spMk id="4" creationId="{BCEEB056-8E91-F9F4-4211-F1919698D7B7}"/>
          </ac:spMkLst>
        </pc:spChg>
        <pc:spChg chg="add mod">
          <ac:chgData name="Pieter Bons" userId="38102d34-0bd8-4c1a-9059-a8d52a88a25d" providerId="ADAL" clId="{149FD94A-5351-496F-94B6-CCD13600AF26}" dt="2022-09-19T12:21:00.866" v="333" actId="20577"/>
          <ac:spMkLst>
            <pc:docMk/>
            <pc:sldMk cId="1171323130" sldId="890"/>
            <ac:spMk id="6" creationId="{336D7A72-8DB0-B768-19FE-DA6C33F9079E}"/>
          </ac:spMkLst>
        </pc:spChg>
        <pc:picChg chg="del">
          <ac:chgData name="Pieter Bons" userId="38102d34-0bd8-4c1a-9059-a8d52a88a25d" providerId="ADAL" clId="{149FD94A-5351-496F-94B6-CCD13600AF26}" dt="2022-09-19T12:19:33.917" v="182" actId="478"/>
          <ac:picMkLst>
            <pc:docMk/>
            <pc:sldMk cId="1171323130" sldId="890"/>
            <ac:picMk id="5" creationId="{7CE50A1B-A4BF-4D02-96BD-031534979229}"/>
          </ac:picMkLst>
        </pc:picChg>
      </pc:sldChg>
      <pc:sldChg chg="addSp delSp modSp new mod ord">
        <pc:chgData name="Pieter Bons" userId="38102d34-0bd8-4c1a-9059-a8d52a88a25d" providerId="ADAL" clId="{149FD94A-5351-496F-94B6-CCD13600AF26}" dt="2022-09-20T07:03:51.190" v="1020"/>
        <pc:sldMkLst>
          <pc:docMk/>
          <pc:sldMk cId="4016291906" sldId="891"/>
        </pc:sldMkLst>
        <pc:spChg chg="del">
          <ac:chgData name="Pieter Bons" userId="38102d34-0bd8-4c1a-9059-a8d52a88a25d" providerId="ADAL" clId="{149FD94A-5351-496F-94B6-CCD13600AF26}" dt="2022-09-20T06:50:27.188" v="379" actId="478"/>
          <ac:spMkLst>
            <pc:docMk/>
            <pc:sldMk cId="4016291906" sldId="891"/>
            <ac:spMk id="2" creationId="{6E33E692-B801-5996-7694-1E5A7E57F178}"/>
          </ac:spMkLst>
        </pc:spChg>
        <pc:spChg chg="del mod">
          <ac:chgData name="Pieter Bons" userId="38102d34-0bd8-4c1a-9059-a8d52a88a25d" providerId="ADAL" clId="{149FD94A-5351-496F-94B6-CCD13600AF26}" dt="2022-09-20T06:50:13.886" v="373" actId="478"/>
          <ac:spMkLst>
            <pc:docMk/>
            <pc:sldMk cId="4016291906" sldId="891"/>
            <ac:spMk id="3" creationId="{7F2F75C1-9285-0D82-1909-FCFA558E6966}"/>
          </ac:spMkLst>
        </pc:spChg>
        <pc:spChg chg="add del mod">
          <ac:chgData name="Pieter Bons" userId="38102d34-0bd8-4c1a-9059-a8d52a88a25d" providerId="ADAL" clId="{149FD94A-5351-496F-94B6-CCD13600AF26}" dt="2022-09-20T06:50:24.276" v="378" actId="478"/>
          <ac:spMkLst>
            <pc:docMk/>
            <pc:sldMk cId="4016291906" sldId="891"/>
            <ac:spMk id="5" creationId="{545E3EB2-E8A0-B85A-36D4-CF0221943463}"/>
          </ac:spMkLst>
        </pc:spChg>
        <pc:picChg chg="add mod">
          <ac:chgData name="Pieter Bons" userId="38102d34-0bd8-4c1a-9059-a8d52a88a25d" providerId="ADAL" clId="{149FD94A-5351-496F-94B6-CCD13600AF26}" dt="2022-09-20T06:50:36.336" v="383" actId="14100"/>
          <ac:picMkLst>
            <pc:docMk/>
            <pc:sldMk cId="4016291906" sldId="891"/>
            <ac:picMk id="6" creationId="{E0399279-A3B0-6657-D62F-4E96DA9D01E6}"/>
          </ac:picMkLst>
        </pc:picChg>
      </pc:sldChg>
      <pc:sldChg chg="new del">
        <pc:chgData name="Pieter Bons" userId="38102d34-0bd8-4c1a-9059-a8d52a88a25d" providerId="ADAL" clId="{149FD94A-5351-496F-94B6-CCD13600AF26}" dt="2022-09-20T08:55:15.963" v="1838" actId="47"/>
        <pc:sldMkLst>
          <pc:docMk/>
          <pc:sldMk cId="1032689108" sldId="892"/>
        </pc:sldMkLst>
      </pc:sldChg>
      <pc:sldChg chg="addSp delSp modSp new mod">
        <pc:chgData name="Pieter Bons" userId="38102d34-0bd8-4c1a-9059-a8d52a88a25d" providerId="ADAL" clId="{149FD94A-5351-496F-94B6-CCD13600AF26}" dt="2022-09-20T08:14:36.983" v="1092" actId="20577"/>
        <pc:sldMkLst>
          <pc:docMk/>
          <pc:sldMk cId="3593926769" sldId="893"/>
        </pc:sldMkLst>
        <pc:spChg chg="mod">
          <ac:chgData name="Pieter Bons" userId="38102d34-0bd8-4c1a-9059-a8d52a88a25d" providerId="ADAL" clId="{149FD94A-5351-496F-94B6-CCD13600AF26}" dt="2022-09-20T06:58:38.724" v="463" actId="1076"/>
          <ac:spMkLst>
            <pc:docMk/>
            <pc:sldMk cId="3593926769" sldId="893"/>
            <ac:spMk id="2" creationId="{6DA7E6AB-EC1C-84EB-6508-0F5F57D294BD}"/>
          </ac:spMkLst>
        </pc:spChg>
        <pc:spChg chg="del mod">
          <ac:chgData name="Pieter Bons" userId="38102d34-0bd8-4c1a-9059-a8d52a88a25d" providerId="ADAL" clId="{149FD94A-5351-496F-94B6-CCD13600AF26}" dt="2022-09-20T06:58:46.371" v="465" actId="478"/>
          <ac:spMkLst>
            <pc:docMk/>
            <pc:sldMk cId="3593926769" sldId="893"/>
            <ac:spMk id="3" creationId="{FCB61CD7-411B-4799-F812-CAA6808F4FFD}"/>
          </ac:spMkLst>
        </pc:spChg>
        <pc:spChg chg="add mod">
          <ac:chgData name="Pieter Bons" userId="38102d34-0bd8-4c1a-9059-a8d52a88a25d" providerId="ADAL" clId="{149FD94A-5351-496F-94B6-CCD13600AF26}" dt="2022-09-20T08:14:36.983" v="1092" actId="20577"/>
          <ac:spMkLst>
            <pc:docMk/>
            <pc:sldMk cId="3593926769" sldId="893"/>
            <ac:spMk id="4" creationId="{FCAC7D6D-8FFA-4349-4120-B4B6991E9BC4}"/>
          </ac:spMkLst>
        </pc:spChg>
      </pc:sldChg>
      <pc:sldChg chg="modSp new mod">
        <pc:chgData name="Pieter Bons" userId="38102d34-0bd8-4c1a-9059-a8d52a88a25d" providerId="ADAL" clId="{149FD94A-5351-496F-94B6-CCD13600AF26}" dt="2022-09-20T07:03:34.781" v="1017" actId="14100"/>
        <pc:sldMkLst>
          <pc:docMk/>
          <pc:sldMk cId="2833306288" sldId="894"/>
        </pc:sldMkLst>
        <pc:spChg chg="mod">
          <ac:chgData name="Pieter Bons" userId="38102d34-0bd8-4c1a-9059-a8d52a88a25d" providerId="ADAL" clId="{149FD94A-5351-496F-94B6-CCD13600AF26}" dt="2022-09-20T07:02:26.948" v="833" actId="1076"/>
          <ac:spMkLst>
            <pc:docMk/>
            <pc:sldMk cId="2833306288" sldId="894"/>
            <ac:spMk id="2" creationId="{40027B3F-E629-473F-B026-98FEAAC7EFB3}"/>
          </ac:spMkLst>
        </pc:spChg>
        <pc:spChg chg="mod">
          <ac:chgData name="Pieter Bons" userId="38102d34-0bd8-4c1a-9059-a8d52a88a25d" providerId="ADAL" clId="{149FD94A-5351-496F-94B6-CCD13600AF26}" dt="2022-09-20T07:03:34.781" v="1017" actId="14100"/>
          <ac:spMkLst>
            <pc:docMk/>
            <pc:sldMk cId="2833306288" sldId="894"/>
            <ac:spMk id="3" creationId="{CD0033AB-1226-B8D3-B45A-4182B26D7E38}"/>
          </ac:spMkLst>
        </pc:spChg>
      </pc:sldChg>
      <pc:sldChg chg="addSp delSp modSp new mod">
        <pc:chgData name="Pieter Bons" userId="38102d34-0bd8-4c1a-9059-a8d52a88a25d" providerId="ADAL" clId="{149FD94A-5351-496F-94B6-CCD13600AF26}" dt="2022-09-20T07:06:42.286" v="1052" actId="1076"/>
        <pc:sldMkLst>
          <pc:docMk/>
          <pc:sldMk cId="3079903877" sldId="895"/>
        </pc:sldMkLst>
        <pc:spChg chg="mod">
          <ac:chgData name="Pieter Bons" userId="38102d34-0bd8-4c1a-9059-a8d52a88a25d" providerId="ADAL" clId="{149FD94A-5351-496F-94B6-CCD13600AF26}" dt="2022-09-20T07:05:36.634" v="1047" actId="20577"/>
          <ac:spMkLst>
            <pc:docMk/>
            <pc:sldMk cId="3079903877" sldId="895"/>
            <ac:spMk id="2" creationId="{DE06476F-C3FD-3181-6371-70A1674122EE}"/>
          </ac:spMkLst>
        </pc:spChg>
        <pc:spChg chg="del">
          <ac:chgData name="Pieter Bons" userId="38102d34-0bd8-4c1a-9059-a8d52a88a25d" providerId="ADAL" clId="{149FD94A-5351-496F-94B6-CCD13600AF26}" dt="2022-09-20T07:05:40.247" v="1048" actId="478"/>
          <ac:spMkLst>
            <pc:docMk/>
            <pc:sldMk cId="3079903877" sldId="895"/>
            <ac:spMk id="3" creationId="{CDDD8EBA-C00D-3B58-0832-7AA2332247D3}"/>
          </ac:spMkLst>
        </pc:spChg>
        <pc:picChg chg="add del mod">
          <ac:chgData name="Pieter Bons" userId="38102d34-0bd8-4c1a-9059-a8d52a88a25d" providerId="ADAL" clId="{149FD94A-5351-496F-94B6-CCD13600AF26}" dt="2022-09-20T07:06:34.978" v="1049" actId="478"/>
          <ac:picMkLst>
            <pc:docMk/>
            <pc:sldMk cId="3079903877" sldId="895"/>
            <ac:picMk id="1026" creationId="{7A5FF483-121A-583A-34F0-5AB14C0B43DD}"/>
          </ac:picMkLst>
        </pc:picChg>
        <pc:picChg chg="add mod">
          <ac:chgData name="Pieter Bons" userId="38102d34-0bd8-4c1a-9059-a8d52a88a25d" providerId="ADAL" clId="{149FD94A-5351-496F-94B6-CCD13600AF26}" dt="2022-09-20T07:06:42.286" v="1052" actId="1076"/>
          <ac:picMkLst>
            <pc:docMk/>
            <pc:sldMk cId="3079903877" sldId="895"/>
            <ac:picMk id="1028" creationId="{6B6F8F61-D32F-B2D6-4867-7FB3ADB6108B}"/>
          </ac:picMkLst>
        </pc:picChg>
      </pc:sldChg>
      <pc:sldChg chg="addSp delSp modSp new mod">
        <pc:chgData name="Pieter Bons" userId="38102d34-0bd8-4c1a-9059-a8d52a88a25d" providerId="ADAL" clId="{149FD94A-5351-496F-94B6-CCD13600AF26}" dt="2022-09-20T08:51:57.735" v="1808" actId="1076"/>
        <pc:sldMkLst>
          <pc:docMk/>
          <pc:sldMk cId="3721886637" sldId="896"/>
        </pc:sldMkLst>
        <pc:spChg chg="mod">
          <ac:chgData name="Pieter Bons" userId="38102d34-0bd8-4c1a-9059-a8d52a88a25d" providerId="ADAL" clId="{149FD94A-5351-496F-94B6-CCD13600AF26}" dt="2022-09-20T07:07:04.512" v="1077" actId="1076"/>
          <ac:spMkLst>
            <pc:docMk/>
            <pc:sldMk cId="3721886637" sldId="896"/>
            <ac:spMk id="2" creationId="{3AB02C9A-ED6B-0042-8C15-6126B03AECB5}"/>
          </ac:spMkLst>
        </pc:spChg>
        <pc:spChg chg="del">
          <ac:chgData name="Pieter Bons" userId="38102d34-0bd8-4c1a-9059-a8d52a88a25d" providerId="ADAL" clId="{149FD94A-5351-496F-94B6-CCD13600AF26}" dt="2022-09-20T07:06:57.632" v="1076" actId="478"/>
          <ac:spMkLst>
            <pc:docMk/>
            <pc:sldMk cId="3721886637" sldId="896"/>
            <ac:spMk id="3" creationId="{89EEA575-5317-D737-4010-26C7DCD259FA}"/>
          </ac:spMkLst>
        </pc:spChg>
        <pc:picChg chg="add del mod">
          <ac:chgData name="Pieter Bons" userId="38102d34-0bd8-4c1a-9059-a8d52a88a25d" providerId="ADAL" clId="{149FD94A-5351-496F-94B6-CCD13600AF26}" dt="2022-09-20T08:51:49.687" v="1801" actId="478"/>
          <ac:picMkLst>
            <pc:docMk/>
            <pc:sldMk cId="3721886637" sldId="896"/>
            <ac:picMk id="4098" creationId="{70881FA6-FDE6-F544-E6DC-23950DB01F53}"/>
          </ac:picMkLst>
        </pc:picChg>
        <pc:picChg chg="add mod">
          <ac:chgData name="Pieter Bons" userId="38102d34-0bd8-4c1a-9059-a8d52a88a25d" providerId="ADAL" clId="{149FD94A-5351-496F-94B6-CCD13600AF26}" dt="2022-09-20T08:51:57.735" v="1808" actId="1076"/>
          <ac:picMkLst>
            <pc:docMk/>
            <pc:sldMk cId="3721886637" sldId="896"/>
            <ac:picMk id="4100" creationId="{0122F097-D19C-D4AB-4B1C-5E1D53CBD30B}"/>
          </ac:picMkLst>
        </pc:picChg>
      </pc:sldChg>
      <pc:sldChg chg="delSp modSp new del mod">
        <pc:chgData name="Pieter Bons" userId="38102d34-0bd8-4c1a-9059-a8d52a88a25d" providerId="ADAL" clId="{149FD94A-5351-496F-94B6-CCD13600AF26}" dt="2022-09-20T08:51:59.856" v="1809" actId="47"/>
        <pc:sldMkLst>
          <pc:docMk/>
          <pc:sldMk cId="2850567309" sldId="897"/>
        </pc:sldMkLst>
        <pc:spChg chg="del mod">
          <ac:chgData name="Pieter Bons" userId="38102d34-0bd8-4c1a-9059-a8d52a88a25d" providerId="ADAL" clId="{149FD94A-5351-496F-94B6-CCD13600AF26}" dt="2022-09-20T07:22:49.737" v="1081" actId="478"/>
          <ac:spMkLst>
            <pc:docMk/>
            <pc:sldMk cId="2850567309" sldId="897"/>
            <ac:spMk id="2" creationId="{5C425627-CEFA-DFE4-C004-1ADF58F9BB2A}"/>
          </ac:spMkLst>
        </pc:spChg>
        <pc:spChg chg="mod">
          <ac:chgData name="Pieter Bons" userId="38102d34-0bd8-4c1a-9059-a8d52a88a25d" providerId="ADAL" clId="{149FD94A-5351-496F-94B6-CCD13600AF26}" dt="2022-09-20T07:07:20.914" v="1080" actId="14100"/>
          <ac:spMkLst>
            <pc:docMk/>
            <pc:sldMk cId="2850567309" sldId="897"/>
            <ac:spMk id="3" creationId="{4DCCFA8B-E04A-831B-5C46-1E2178059B66}"/>
          </ac:spMkLst>
        </pc:spChg>
      </pc:sldChg>
      <pc:sldChg chg="addSp delSp modSp add mod">
        <pc:chgData name="Pieter Bons" userId="38102d34-0bd8-4c1a-9059-a8d52a88a25d" providerId="ADAL" clId="{149FD94A-5351-496F-94B6-CCD13600AF26}" dt="2022-09-20T08:43:33" v="1769" actId="20577"/>
        <pc:sldMkLst>
          <pc:docMk/>
          <pc:sldMk cId="1794851589" sldId="898"/>
        </pc:sldMkLst>
        <pc:spChg chg="mod">
          <ac:chgData name="Pieter Bons" userId="38102d34-0bd8-4c1a-9059-a8d52a88a25d" providerId="ADAL" clId="{149FD94A-5351-496F-94B6-CCD13600AF26}" dt="2022-09-20T08:43:29.099" v="1768" actId="20577"/>
          <ac:spMkLst>
            <pc:docMk/>
            <pc:sldMk cId="1794851589" sldId="898"/>
            <ac:spMk id="2" creationId="{0BDF0DEA-8701-4C35-B437-899EE9E29E2A}"/>
          </ac:spMkLst>
        </pc:spChg>
        <pc:spChg chg="del">
          <ac:chgData name="Pieter Bons" userId="38102d34-0bd8-4c1a-9059-a8d52a88a25d" providerId="ADAL" clId="{149FD94A-5351-496F-94B6-CCD13600AF26}" dt="2022-09-20T08:24:24.950" v="1160" actId="478"/>
          <ac:spMkLst>
            <pc:docMk/>
            <pc:sldMk cId="1794851589" sldId="898"/>
            <ac:spMk id="3" creationId="{A66C7961-0131-4DBF-B876-C081D0ADB7B1}"/>
          </ac:spMkLst>
        </pc:spChg>
        <pc:spChg chg="add mod">
          <ac:chgData name="Pieter Bons" userId="38102d34-0bd8-4c1a-9059-a8d52a88a25d" providerId="ADAL" clId="{149FD94A-5351-496F-94B6-CCD13600AF26}" dt="2022-09-20T08:43:33" v="1769" actId="20577"/>
          <ac:spMkLst>
            <pc:docMk/>
            <pc:sldMk cId="1794851589" sldId="898"/>
            <ac:spMk id="7" creationId="{7E72AFAE-BC4C-9E31-33DE-A11F0A457D17}"/>
          </ac:spMkLst>
        </pc:spChg>
        <pc:picChg chg="del">
          <ac:chgData name="Pieter Bons" userId="38102d34-0bd8-4c1a-9059-a8d52a88a25d" providerId="ADAL" clId="{149FD94A-5351-496F-94B6-CCD13600AF26}" dt="2022-09-20T08:24:26.617" v="1161" actId="478"/>
          <ac:picMkLst>
            <pc:docMk/>
            <pc:sldMk cId="1794851589" sldId="898"/>
            <ac:picMk id="11" creationId="{D0CB8DBC-0D4E-420D-9998-41706D49E476}"/>
          </ac:picMkLst>
        </pc:picChg>
        <pc:picChg chg="add mod">
          <ac:chgData name="Pieter Bons" userId="38102d34-0bd8-4c1a-9059-a8d52a88a25d" providerId="ADAL" clId="{149FD94A-5351-496F-94B6-CCD13600AF26}" dt="2022-09-20T08:34:56.161" v="1312" actId="1076"/>
          <ac:picMkLst>
            <pc:docMk/>
            <pc:sldMk cId="1794851589" sldId="898"/>
            <ac:picMk id="2050" creationId="{3FA8C0E7-E1CD-0298-C017-69EBFA562057}"/>
          </ac:picMkLst>
        </pc:picChg>
      </pc:sldChg>
      <pc:sldChg chg="addSp modSp new mod modAnim">
        <pc:chgData name="Pieter Bons" userId="38102d34-0bd8-4c1a-9059-a8d52a88a25d" providerId="ADAL" clId="{149FD94A-5351-496F-94B6-CCD13600AF26}" dt="2022-09-20T08:42:15.486" v="1765"/>
        <pc:sldMkLst>
          <pc:docMk/>
          <pc:sldMk cId="3273836739" sldId="899"/>
        </pc:sldMkLst>
        <pc:spChg chg="mod">
          <ac:chgData name="Pieter Bons" userId="38102d34-0bd8-4c1a-9059-a8d52a88a25d" providerId="ADAL" clId="{149FD94A-5351-496F-94B6-CCD13600AF26}" dt="2022-09-20T08:42:08.395" v="1764" actId="1076"/>
          <ac:spMkLst>
            <pc:docMk/>
            <pc:sldMk cId="3273836739" sldId="899"/>
            <ac:spMk id="2" creationId="{5AE839C7-BBE7-814E-CF45-4EE7D8CD07CD}"/>
          </ac:spMkLst>
        </pc:spChg>
        <pc:picChg chg="add mod">
          <ac:chgData name="Pieter Bons" userId="38102d34-0bd8-4c1a-9059-a8d52a88a25d" providerId="ADAL" clId="{149FD94A-5351-496F-94B6-CCD13600AF26}" dt="2022-09-20T08:42:00.776" v="1760" actId="1076"/>
          <ac:picMkLst>
            <pc:docMk/>
            <pc:sldMk cId="3273836739" sldId="899"/>
            <ac:picMk id="5" creationId="{428F77D4-03C6-9978-D072-D6E2A0D7C47F}"/>
          </ac:picMkLst>
        </pc:picChg>
        <pc:picChg chg="add mod">
          <ac:chgData name="Pieter Bons" userId="38102d34-0bd8-4c1a-9059-a8d52a88a25d" providerId="ADAL" clId="{149FD94A-5351-496F-94B6-CCD13600AF26}" dt="2022-09-20T08:42:05.102" v="1763" actId="1076"/>
          <ac:picMkLst>
            <pc:docMk/>
            <pc:sldMk cId="3273836739" sldId="899"/>
            <ac:picMk id="6" creationId="{DF6368C1-67FB-543C-7906-9B0B04AC914E}"/>
          </ac:picMkLst>
        </pc:picChg>
      </pc:sldChg>
      <pc:sldChg chg="addSp delSp modSp new mod">
        <pc:chgData name="Pieter Bons" userId="38102d34-0bd8-4c1a-9059-a8d52a88a25d" providerId="ADAL" clId="{149FD94A-5351-496F-94B6-CCD13600AF26}" dt="2022-09-20T08:50:00.621" v="1793" actId="478"/>
        <pc:sldMkLst>
          <pc:docMk/>
          <pc:sldMk cId="468758975" sldId="900"/>
        </pc:sldMkLst>
        <pc:spChg chg="mod">
          <ac:chgData name="Pieter Bons" userId="38102d34-0bd8-4c1a-9059-a8d52a88a25d" providerId="ADAL" clId="{149FD94A-5351-496F-94B6-CCD13600AF26}" dt="2022-09-20T08:45:59.135" v="1784" actId="20577"/>
          <ac:spMkLst>
            <pc:docMk/>
            <pc:sldMk cId="468758975" sldId="900"/>
            <ac:spMk id="2" creationId="{627C264A-70C1-5078-87A8-4845ACF0437C}"/>
          </ac:spMkLst>
        </pc:spChg>
        <pc:spChg chg="del">
          <ac:chgData name="Pieter Bons" userId="38102d34-0bd8-4c1a-9059-a8d52a88a25d" providerId="ADAL" clId="{149FD94A-5351-496F-94B6-CCD13600AF26}" dt="2022-09-20T08:50:00.621" v="1793" actId="478"/>
          <ac:spMkLst>
            <pc:docMk/>
            <pc:sldMk cId="468758975" sldId="900"/>
            <ac:spMk id="3" creationId="{F174B7CF-30F2-218E-32F5-2269D6B70E0B}"/>
          </ac:spMkLst>
        </pc:spChg>
        <pc:picChg chg="add mod">
          <ac:chgData name="Pieter Bons" userId="38102d34-0bd8-4c1a-9059-a8d52a88a25d" providerId="ADAL" clId="{149FD94A-5351-496F-94B6-CCD13600AF26}" dt="2022-09-20T08:49:57.128" v="1792" actId="1076"/>
          <ac:picMkLst>
            <pc:docMk/>
            <pc:sldMk cId="468758975" sldId="900"/>
            <ac:picMk id="3074" creationId="{66F349EE-F334-AE8F-9245-212D0FA7F980}"/>
          </ac:picMkLst>
        </pc:picChg>
      </pc:sldChg>
      <pc:sldChg chg="addSp modSp new mod">
        <pc:chgData name="Pieter Bons" userId="38102d34-0bd8-4c1a-9059-a8d52a88a25d" providerId="ADAL" clId="{149FD94A-5351-496F-94B6-CCD13600AF26}" dt="2022-09-20T08:54:24.385" v="1831" actId="1076"/>
        <pc:sldMkLst>
          <pc:docMk/>
          <pc:sldMk cId="3917363178" sldId="901"/>
        </pc:sldMkLst>
        <pc:spChg chg="mod">
          <ac:chgData name="Pieter Bons" userId="38102d34-0bd8-4c1a-9059-a8d52a88a25d" providerId="ADAL" clId="{149FD94A-5351-496F-94B6-CCD13600AF26}" dt="2022-09-20T08:54:24.385" v="1831" actId="1076"/>
          <ac:spMkLst>
            <pc:docMk/>
            <pc:sldMk cId="3917363178" sldId="901"/>
            <ac:spMk id="2" creationId="{255728A1-402D-C84B-D3A6-964070F54D05}"/>
          </ac:spMkLst>
        </pc:spChg>
        <pc:picChg chg="add mod">
          <ac:chgData name="Pieter Bons" userId="38102d34-0bd8-4c1a-9059-a8d52a88a25d" providerId="ADAL" clId="{149FD94A-5351-496F-94B6-CCD13600AF26}" dt="2022-09-20T08:54:18.193" v="1820" actId="1076"/>
          <ac:picMkLst>
            <pc:docMk/>
            <pc:sldMk cId="3917363178" sldId="901"/>
            <ac:picMk id="5122" creationId="{7D628C6D-3738-8644-6763-B8E2D1777F07}"/>
          </ac:picMkLst>
        </pc:picChg>
      </pc:sldChg>
      <pc:sldMasterChg chg="del delSldLayout">
        <pc:chgData name="Pieter Bons" userId="38102d34-0bd8-4c1a-9059-a8d52a88a25d" providerId="ADAL" clId="{149FD94A-5351-496F-94B6-CCD13600AF26}" dt="2022-09-19T12:08:49.357" v="174" actId="47"/>
        <pc:sldMasterMkLst>
          <pc:docMk/>
          <pc:sldMasterMk cId="0" sldId="2147483687"/>
        </pc:sldMasterMkLst>
        <pc:sldLayoutChg chg="del">
          <pc:chgData name="Pieter Bons" userId="38102d34-0bd8-4c1a-9059-a8d52a88a25d" providerId="ADAL" clId="{149FD94A-5351-496F-94B6-CCD13600AF26}" dt="2022-09-19T12:08:49.357" v="174" actId="47"/>
          <pc:sldLayoutMkLst>
            <pc:docMk/>
            <pc:sldMasterMk cId="0" sldId="2147483687"/>
            <pc:sldLayoutMk cId="0" sldId="2147483688"/>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89"/>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0"/>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1"/>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2"/>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3"/>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4"/>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5"/>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6"/>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7"/>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8"/>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9"/>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57" name="PlaceHolder 1"/>
          <p:cNvSpPr>
            <a:spLocks noGrp="1" noRot="1" noChangeAspect="1"/>
          </p:cNvSpPr>
          <p:nvPr>
            <p:ph type="sldImg"/>
          </p:nvPr>
        </p:nvSpPr>
        <p:spPr>
          <a:xfrm>
            <a:off x="217488" y="812800"/>
            <a:ext cx="7124700" cy="4008438"/>
          </a:xfrm>
          <a:prstGeom prst="rect">
            <a:avLst/>
          </a:prstGeom>
        </p:spPr>
        <p:txBody>
          <a:bodyPr lIns="0" tIns="0" rIns="0" bIns="0" anchor="ctr">
            <a:noAutofit/>
          </a:bodyPr>
          <a:lstStyle/>
          <a:p>
            <a:r>
              <a:rPr lang="nl-NL" sz="3200" b="0" strike="noStrike" spc="-1">
                <a:solidFill>
                  <a:srgbClr val="000000"/>
                </a:solidFill>
                <a:latin typeface="Arial"/>
              </a:rPr>
              <a:t>Click to move the slide</a:t>
            </a:r>
          </a:p>
        </p:txBody>
      </p:sp>
      <p:sp>
        <p:nvSpPr>
          <p:cNvPr id="158" name="PlaceHolder 2"/>
          <p:cNvSpPr>
            <a:spLocks noGrp="1"/>
          </p:cNvSpPr>
          <p:nvPr>
            <p:ph type="body"/>
          </p:nvPr>
        </p:nvSpPr>
        <p:spPr>
          <a:xfrm>
            <a:off x="756000" y="5078520"/>
            <a:ext cx="6047640" cy="4811040"/>
          </a:xfrm>
          <a:prstGeom prst="rect">
            <a:avLst/>
          </a:prstGeom>
        </p:spPr>
        <p:txBody>
          <a:bodyPr lIns="0" tIns="0" rIns="0" bIns="0">
            <a:noAutofit/>
          </a:bodyPr>
          <a:lstStyle/>
          <a:p>
            <a:r>
              <a:rPr lang="en-US" sz="2000" b="0" strike="noStrike" spc="-1">
                <a:latin typeface="Calibri"/>
              </a:rPr>
              <a:t>Click to edit the notes format</a:t>
            </a:r>
          </a:p>
        </p:txBody>
      </p:sp>
      <p:sp>
        <p:nvSpPr>
          <p:cNvPr id="159" name="PlaceHolder 3"/>
          <p:cNvSpPr>
            <a:spLocks noGrp="1"/>
          </p:cNvSpPr>
          <p:nvPr>
            <p:ph type="hdr"/>
          </p:nvPr>
        </p:nvSpPr>
        <p:spPr>
          <a:xfrm>
            <a:off x="0" y="0"/>
            <a:ext cx="3280680" cy="534240"/>
          </a:xfrm>
          <a:prstGeom prst="rect">
            <a:avLst/>
          </a:prstGeom>
        </p:spPr>
        <p:txBody>
          <a:bodyPr lIns="0" tIns="0" rIns="0" bIns="0">
            <a:noAutofit/>
          </a:bodyPr>
          <a:lstStyle/>
          <a:p>
            <a:r>
              <a:rPr lang="en-US" sz="1400" b="0" strike="noStrike" spc="-1">
                <a:latin typeface="Calibri"/>
              </a:rPr>
              <a:t>&lt;header&gt;</a:t>
            </a:r>
          </a:p>
        </p:txBody>
      </p:sp>
      <p:sp>
        <p:nvSpPr>
          <p:cNvPr id="160" name="PlaceHolder 4"/>
          <p:cNvSpPr>
            <a:spLocks noGrp="1"/>
          </p:cNvSpPr>
          <p:nvPr>
            <p:ph type="dt"/>
          </p:nvPr>
        </p:nvSpPr>
        <p:spPr>
          <a:xfrm>
            <a:off x="4278960" y="0"/>
            <a:ext cx="3280680" cy="534240"/>
          </a:xfrm>
          <a:prstGeom prst="rect">
            <a:avLst/>
          </a:prstGeom>
        </p:spPr>
        <p:txBody>
          <a:bodyPr lIns="0" tIns="0" rIns="0" bIns="0">
            <a:noAutofit/>
          </a:bodyPr>
          <a:lstStyle/>
          <a:p>
            <a:pPr algn="r"/>
            <a:r>
              <a:rPr lang="en-US" sz="1400" b="0" strike="noStrike" spc="-1">
                <a:latin typeface="Calibri"/>
              </a:rPr>
              <a:t>&lt;date/time&gt;</a:t>
            </a:r>
          </a:p>
        </p:txBody>
      </p:sp>
      <p:sp>
        <p:nvSpPr>
          <p:cNvPr id="161" name="PlaceHolder 5"/>
          <p:cNvSpPr>
            <a:spLocks noGrp="1"/>
          </p:cNvSpPr>
          <p:nvPr>
            <p:ph type="ftr"/>
          </p:nvPr>
        </p:nvSpPr>
        <p:spPr>
          <a:xfrm>
            <a:off x="0" y="10157400"/>
            <a:ext cx="3280680" cy="534240"/>
          </a:xfrm>
          <a:prstGeom prst="rect">
            <a:avLst/>
          </a:prstGeom>
        </p:spPr>
        <p:txBody>
          <a:bodyPr lIns="0" tIns="0" rIns="0" bIns="0" anchor="b">
            <a:noAutofit/>
          </a:bodyPr>
          <a:lstStyle/>
          <a:p>
            <a:r>
              <a:rPr lang="en-US" sz="1400" b="0" strike="noStrike" spc="-1">
                <a:latin typeface="Calibri"/>
              </a:rPr>
              <a:t>&lt;footer&gt;</a:t>
            </a:r>
          </a:p>
        </p:txBody>
      </p:sp>
      <p:sp>
        <p:nvSpPr>
          <p:cNvPr id="162" name="PlaceHolder 6"/>
          <p:cNvSpPr>
            <a:spLocks noGrp="1"/>
          </p:cNvSpPr>
          <p:nvPr>
            <p:ph type="sldNum"/>
          </p:nvPr>
        </p:nvSpPr>
        <p:spPr>
          <a:xfrm>
            <a:off x="4278960" y="10157400"/>
            <a:ext cx="3280680" cy="534240"/>
          </a:xfrm>
          <a:prstGeom prst="rect">
            <a:avLst/>
          </a:prstGeom>
        </p:spPr>
        <p:txBody>
          <a:bodyPr lIns="0" tIns="0" rIns="0" bIns="0" anchor="b">
            <a:noAutofit/>
          </a:bodyPr>
          <a:lstStyle/>
          <a:p>
            <a:pPr algn="r"/>
            <a:fld id="{FE56919B-2A66-4792-B11B-53227CF869F8}" type="slidenum">
              <a:rPr lang="en-US" sz="1400" b="0" strike="noStrike" spc="-1">
                <a:latin typeface="Calibri"/>
              </a:rPr>
              <a:t>‹nr.›</a:t>
            </a:fld>
            <a:endParaRPr lang="en-US" sz="1400" b="0" strike="noStrike" spc="-1">
              <a:latin typeface="Calibri"/>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endParaRPr lang="en-US" dirty="0"/>
          </a:p>
        </p:txBody>
      </p:sp>
      <p:sp>
        <p:nvSpPr>
          <p:cNvPr id="4" name="Tijdelijke aanduiding voor dianummer 3"/>
          <p:cNvSpPr>
            <a:spLocks noGrp="1"/>
          </p:cNvSpPr>
          <p:nvPr>
            <p:ph type="sldNum"/>
          </p:nvPr>
        </p:nvSpPr>
        <p:spPr/>
        <p:txBody>
          <a:bodyPr/>
          <a:lstStyle/>
          <a:p>
            <a:pPr algn="r"/>
            <a:fld id="{FE56919B-2A66-4792-B11B-53227CF869F8}" type="slidenum">
              <a:rPr lang="en-US" sz="1400" b="0" strike="noStrike" spc="-1" smtClean="0">
                <a:latin typeface="Calibri"/>
              </a:rPr>
              <a:t>1</a:t>
            </a:fld>
            <a:endParaRPr lang="en-US" sz="1400" b="0" strike="noStrike" spc="-1">
              <a:latin typeface="Calibri"/>
            </a:endParaRPr>
          </a:p>
        </p:txBody>
      </p:sp>
    </p:spTree>
    <p:extLst>
      <p:ext uri="{BB962C8B-B14F-4D97-AF65-F5344CB8AC3E}">
        <p14:creationId xmlns:p14="http://schemas.microsoft.com/office/powerpoint/2010/main" val="31952539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6" name="PlaceHolder 1"/>
          <p:cNvSpPr>
            <a:spLocks noGrp="1" noRot="1" noChangeAspect="1"/>
          </p:cNvSpPr>
          <p:nvPr>
            <p:ph type="sldImg"/>
          </p:nvPr>
        </p:nvSpPr>
        <p:spPr>
          <a:xfrm>
            <a:off x="381000" y="685800"/>
            <a:ext cx="6096000" cy="3429000"/>
          </a:xfrm>
          <a:prstGeom prst="rect">
            <a:avLst/>
          </a:prstGeom>
        </p:spPr>
      </p:sp>
      <p:sp>
        <p:nvSpPr>
          <p:cNvPr id="367" name="PlaceHolder 2"/>
          <p:cNvSpPr>
            <a:spLocks noGrp="1"/>
          </p:cNvSpPr>
          <p:nvPr>
            <p:ph type="body"/>
          </p:nvPr>
        </p:nvSpPr>
        <p:spPr>
          <a:xfrm>
            <a:off x="685800" y="4343400"/>
            <a:ext cx="5485680" cy="4114080"/>
          </a:xfrm>
          <a:prstGeom prst="rect">
            <a:avLst/>
          </a:prstGeom>
        </p:spPr>
        <p:txBody>
          <a:bodyPr>
            <a:noAutofit/>
          </a:bodyPr>
          <a:lstStyle/>
          <a:p>
            <a:r>
              <a:t>[np.random] Dit is precies wat schat_winkans() doet. Je kunt de winkans</a:t>
            </a:r>
          </a:p>
          <a:p>
            <a:r>
              <a:t>van A-K tegen vijf tegenstanders niet uitrekenen met een formule; je deelt duizend</a:t>
            </a:r>
          </a:p>
          <a:p>
            <a:r>
              <a:t>keer willekeurige kaarten en telt hoe vaak je wint. Een verdeling maken om een</a:t>
            </a:r>
          </a:p>
          <a:p>
            <a:r>
              <a:t>getal te schatten dat je niet kunt afleiden - dat is Monte Carlo, en dat zit al</a:t>
            </a:r>
          </a:p>
          <a:p>
            <a:r>
              <a:t>sinds werkcollege 4 in hun bot.</a:t>
            </a:r>
          </a:p>
        </p:txBody>
      </p:sp>
      <p:sp>
        <p:nvSpPr>
          <p:cNvPr id="368" name="CustomShape 3"/>
          <p:cNvSpPr/>
          <p:nvPr/>
        </p:nvSpPr>
        <p:spPr>
          <a:xfrm>
            <a:off x="3884760" y="8685360"/>
            <a:ext cx="2971080" cy="4564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b">
            <a:noAutofit/>
          </a:bodyPr>
          <a:lstStyle/>
          <a:p>
            <a:pPr algn="r">
              <a:lnSpc>
                <a:spcPct val="100000"/>
              </a:lnSpc>
            </a:pPr>
            <a:fld id="{4140152C-DA40-4468-ACBF-EFD1AFF8D9B2}" type="slidenum">
              <a:rPr lang="en-US" sz="1200" b="0" strike="noStrike" spc="-1">
                <a:solidFill>
                  <a:srgbClr val="000000"/>
                </a:solidFill>
                <a:latin typeface="+mn-lt"/>
                <a:ea typeface="+mn-ea"/>
              </a:rPr>
              <a:t>9</a:t>
            </a:fld>
            <a:endParaRPr lang="en-US" sz="1200" b="0" strike="noStrike" spc="-1">
              <a:latin typeface="Calibri"/>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9" name="PlaceHolder 1"/>
          <p:cNvSpPr>
            <a:spLocks noGrp="1" noRot="1" noChangeAspect="1"/>
          </p:cNvSpPr>
          <p:nvPr>
            <p:ph type="sldImg"/>
          </p:nvPr>
        </p:nvSpPr>
        <p:spPr>
          <a:xfrm>
            <a:off x="381000" y="685800"/>
            <a:ext cx="6096000" cy="3429000"/>
          </a:xfrm>
          <a:prstGeom prst="rect">
            <a:avLst/>
          </a:prstGeom>
        </p:spPr>
      </p:sp>
      <p:sp>
        <p:nvSpPr>
          <p:cNvPr id="370" name="PlaceHolder 2"/>
          <p:cNvSpPr>
            <a:spLocks noGrp="1"/>
          </p:cNvSpPr>
          <p:nvPr>
            <p:ph type="body"/>
          </p:nvPr>
        </p:nvSpPr>
        <p:spPr>
          <a:xfrm>
            <a:off x="685800" y="4343400"/>
            <a:ext cx="5485680" cy="4114080"/>
          </a:xfrm>
          <a:prstGeom prst="rect">
            <a:avLst/>
          </a:prstGeom>
        </p:spPr>
        <p:txBody>
          <a:bodyPr>
            <a:noAutofit/>
          </a:bodyPr>
          <a:lstStyle/>
          <a:p>
            <a:endParaRPr lang="en-US" sz="2000" b="0" strike="noStrike" spc="-1">
              <a:latin typeface="Calibri"/>
            </a:endParaRPr>
          </a:p>
        </p:txBody>
      </p:sp>
      <p:sp>
        <p:nvSpPr>
          <p:cNvPr id="371" name="CustomShape 3"/>
          <p:cNvSpPr/>
          <p:nvPr/>
        </p:nvSpPr>
        <p:spPr>
          <a:xfrm>
            <a:off x="3884760" y="8685360"/>
            <a:ext cx="2971080" cy="4564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b">
            <a:noAutofit/>
          </a:bodyPr>
          <a:lstStyle/>
          <a:p>
            <a:pPr algn="r">
              <a:lnSpc>
                <a:spcPct val="100000"/>
              </a:lnSpc>
            </a:pPr>
            <a:fld id="{6FFFCDC9-0069-4C30-8651-22E846387303}" type="slidenum">
              <a:rPr lang="en-US" sz="1200" b="0" strike="noStrike" spc="-1">
                <a:solidFill>
                  <a:srgbClr val="000000"/>
                </a:solidFill>
                <a:latin typeface="+mn-lt"/>
                <a:ea typeface="+mn-ea"/>
              </a:rPr>
              <a:t>10</a:t>
            </a:fld>
            <a:endParaRPr lang="en-US" sz="1200" b="0" strike="noStrike" spc="-1">
              <a:latin typeface="Calibri"/>
            </a:endParaRP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Kort houden - dit is de kaart, niet de reis.</a:t>
            </a:r>
          </a:p>
          <a:p>
            <a:r>
              <a:t>Het enige dat ze moeten onthouden: winkans en pot odds naast elkaar is de</a:t>
            </a:r>
          </a:p>
          <a:p>
            <a:r>
              <a:t>beslisregel, en dat is de hele week. De rest is gereedschap om die regel te maken.</a:t>
            </a:r>
          </a:p>
        </p:txBody>
      </p:sp>
      <p:sp>
        <p:nvSpPr>
          <p:cNvPr id="4" name="Slide Number Placeholder 3"/>
          <p:cNvSpPr>
            <a:spLocks noGrp="1"/>
          </p:cNvSpPr>
          <p:nvPr>
            <p:ph type="sldNum"/>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Dit is de grens van week 3,</a:t>
            </a:r>
          </a:p>
          <a:p>
            <a:r>
              <a:t>en het is een bewuste grens. Preflop-winkansen veranderen nooit, dus 169 starthanden</a:t>
            </a:r>
          </a:p>
          <a:p>
            <a:r>
              <a:t>kun je een keer uitrekenen en in een dictionary plakken. Daarom kon het.</a:t>
            </a:r>
          </a:p>
          <a:p/>
          <a:p>
            <a:r>
              <a:t>Vraag die altijd komt: ziet mijn bot het bord? Nee. Twee kaarten, elke straat, de</a:t>
            </a:r>
          </a:p>
          <a:p>
            <a:r>
              <a:t>hele hand lang. Dat is deze week zo en dat verandert in week 5.</a:t>
            </a:r>
          </a:p>
        </p:txBody>
      </p:sp>
      <p:sp>
        <p:nvSpPr>
          <p:cNvPr id="4" name="Slide Number Placeholder 3"/>
          <p:cNvSpPr>
            <a:spLocks noGrp="1"/>
          </p:cNvSpPr>
          <p:nvPr>
            <p:ph type="sldNum"/>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De kleur is hier het punt, niet de</a:t>
            </a:r>
          </a:p>
          <a:p>
            <a:r>
              <a:t>techniek. Zelfde rangen, bord met drie schoppen: 36,6% tegen 8,0%. Op de river 94,1%</a:t>
            </a:r>
          </a:p>
          <a:p>
            <a:r>
              <a:t>tegen 0,0%. Dezelfde kaarten qua waarde, een compleet andere hand.</a:t>
            </a:r>
          </a:p>
          <a:p/>
          <a:p>
            <a:r>
              <a:t>En de opzoektabel houdt op te werken: binnen "een paar" op de flop loopt de echte</a:t>
            </a:r>
          </a:p>
          <a:p>
            <a:r>
              <a:t>winkans van 8,5% tot 75,5%. Elke tabelwaarde zit in beide richtingen ver mis.</a:t>
            </a:r>
          </a:p>
        </p:txBody>
      </p:sp>
      <p:sp>
        <p:nvSpPr>
          <p:cNvPr id="4" name="Slide Number Placeholder 3"/>
          <p:cNvSpPr>
            <a:spLocks noGrp="1"/>
          </p:cNvSpPr>
          <p:nvPr>
            <p:ph type="sldNum"/>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Loop de verplichte regel langzaam langs. De</a:t>
            </a:r>
          </a:p>
          <a:p>
            <a:r>
              <a:t>engine kijkt naar je PARAMETERNAMEN; verkeerd gespeld betekent dat je die informatie</a:t>
            </a:r>
          </a:p>
          <a:p>
            <a:r>
              <a:t>niet krijgt, zonder foutmelding. Dat is de stilste fout in het hele vak.</a:t>
            </a:r>
          </a:p>
        </p:txBody>
      </p:sp>
      <p:sp>
        <p:nvSpPr>
          <p:cNvPr id="4" name="Slide Number Placeholder 3"/>
          <p:cNvSpPr>
            <a:spLocks noGrp="1"/>
          </p:cNvSpPr>
          <p:nvPr>
            <p:ph type="sldNum"/>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[Blok 3 - het gesprek van vandaag] Laat ze de</a:t>
            </a:r>
          </a:p>
          <a:p>
            <a:r>
              <a:t>tabel zelf lezen voordat je iets zegt.</a:t>
            </a:r>
          </a:p>
          <a:p/>
          <a:p>
            <a:r>
              <a:t>De vraag is niet "waarom foldt de klas zoveel" maar "waarom levert elke andere actie</a:t>
            </a:r>
          </a:p>
          <a:p>
            <a:r>
              <a:t>gemiddeld geld op, en doet niemand het". Antwoord: aan een tafel van folders wint de</a:t>
            </a:r>
          </a:p>
          <a:p>
            <a:r>
              <a:t>big blind de small blind. Folden kost je bijna niets - en levert je ook niets op.</a:t>
            </a:r>
          </a:p>
          <a:p/>
          <a:p>
            <a:r>
              <a:t>Let op bij het navolgen: filter op aan_zet, anders tel je handen mee waarin de bot</a:t>
            </a:r>
          </a:p>
          <a:p>
            <a:r>
              <a:t>nooit iets koos en komt elk percentage te laag uit.</a:t>
            </a:r>
          </a:p>
        </p:txBody>
      </p:sp>
      <p:sp>
        <p:nvSpPr>
          <p:cNvPr id="4" name="Slide Number Placeholder 3"/>
          <p:cNvSpPr>
            <a:spLocks noGrp="1"/>
          </p:cNvSpPr>
          <p:nvPr>
            <p:ph type="sldNum"/>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[Blok 4 - hier eindig je] Laat de uitslag</a:t>
            </a:r>
          </a:p>
          <a:p>
            <a:r>
              <a:t>even staan voordat je hem uitlegt.</a:t>
            </a:r>
          </a:p>
          <a:p/>
          <a:p>
            <a:r>
              <a:t>Tien chips verschil, over 6750 beslissingen. Dat is geen klinkende overwinning en dat</a:t>
            </a:r>
          </a:p>
          <a:p>
            <a:r>
              <a:t>is precies goed: het gaat niet om "de domme bot wint", het gaat om "jullie drempels</a:t>
            </a:r>
          </a:p>
          <a:p>
            <a:r>
              <a:t>staan zo hoog dat niet meedoen bijna net zo goed werkt als meedoen".</a:t>
            </a:r>
          </a:p>
          <a:p/>
          <a:p>
            <a:r>
              <a:t>Correlatie fold% met eindstand: -0,69. Niet doorslaan - vier bots dragen dat getal en</a:t>
            </a:r>
          </a:p>
          <a:p>
            <a:r>
              <a:t>27 punten is weinig. Dat onderscheid, zie ik een verband tegenover heb ik iets</a:t>
            </a:r>
          </a:p>
          <a:p>
            <a:r>
              <a:t>aangetoond, is precies wat het criterium Analyse van Case 2 beoordeelt.</a:t>
            </a:r>
          </a:p>
          <a:p/>
          <a:p>
            <a:r>
              <a:t>De vraag voor donderdag is niet "moet ik minder folden" maar "waar liggen mijn</a:t>
            </a:r>
          </a:p>
          <a:p>
            <a:r>
              <a:t>drempels, en waarom daar".</a:t>
            </a:r>
          </a:p>
        </p:txBody>
      </p:sp>
      <p:sp>
        <p:nvSpPr>
          <p:cNvPr id="4" name="Slide Number Placeholder 3"/>
          <p:cNvSpPr>
            <a:spLocks noGrp="1"/>
          </p:cNvSpPr>
          <p:nvPr>
            <p:ph type="sldNum"/>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De deadline is donderdag 18:00 en dat is geen</a:t>
            </a:r>
          </a:p>
          <a:p>
            <a:r>
              <a:t>inlevermoment maar een BESLUIT: welke vraag, welke twee bronnen, op welke kolom die</a:t>
            </a:r>
          </a:p>
          <a:p>
            <a:r>
              <a:t>aan elkaar passen, wie doet wat.</a:t>
            </a:r>
          </a:p>
          <a:p/>
          <a:p>
            <a:r>
              <a:t>Het zinnetje over Den Haag en 's-Gravenhage is niet grappig bedoeld. Laat ze nu al</a:t>
            </a:r>
          </a:p>
          <a:p>
            <a:r>
              <a:t>een keer kijken of hun twee bronnen echt een gemeenschappelijke kolom hebben met</a:t>
            </a:r>
          </a:p>
          <a:p>
            <a:r>
              <a:t>dezelfde schrijfwijze.</a:t>
            </a:r>
          </a:p>
        </p:txBody>
      </p:sp>
      <p:sp>
        <p:nvSpPr>
          <p:cNvPr id="4" name="Slide Number Placeholder 3"/>
          <p:cNvSpPr>
            <a:spLocks noGrp="1"/>
          </p:cNvSpPr>
          <p:nvPr>
            <p:ph type="sldNum"/>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Vergelijken en annoteren is het criterium waar</a:t>
            </a:r>
          </a:p>
          <a:p>
            <a:r>
              <a:t>groepen punten laten liggen. Het vraagt diff, cumsum of shift - het verschil met het</a:t>
            </a:r>
          </a:p>
          <a:p>
            <a:r>
              <a:t>moment ervoor, niet alleen de waarde. Ze hebben diff vanmiddag al gebruikt om de</a:t>
            </a:r>
          </a:p>
          <a:p>
            <a:r>
              <a:t>winst-kolom te maken; zeg dat er hardop bij.</a:t>
            </a:r>
          </a:p>
        </p:txBody>
      </p:sp>
      <p:sp>
        <p:nvSpPr>
          <p:cNvPr id="4" name="Slide Number Placeholder 3"/>
          <p:cNvSpPr>
            <a:spLocks noGrp="1"/>
          </p:cNvSpPr>
          <p:nvPr>
            <p:ph type="sldNum"/>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Deze dia is saai en bespaart je</a:t>
            </a:r>
          </a:p>
          <a:p>
            <a:r>
              <a:t>in week 4 een half uur discussie. De aftrek gaat van BEIDE cijfers af, IDS en VA.</a:t>
            </a:r>
          </a:p>
          <a:p/>
          <a:p>
            <a:r>
              <a:t>"Een schone clone draait zonder handmatige stappen" is de zwaarste: hun app moet het</a:t>
            </a:r>
          </a:p>
          <a:p>
            <a:r>
              <a:t>doen op een computer die hun notebook nooit heeft gezien.</a:t>
            </a:r>
          </a:p>
        </p:txBody>
      </p:sp>
      <p:sp>
        <p:nvSpPr>
          <p:cNvPr id="4" name="Slide Number Placeholder 3"/>
          <p:cNvSpPr>
            <a:spLocks noGrp="1"/>
          </p:cNvSpPr>
          <p:nvPr>
            <p:ph type="sldNum"/>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Dit is de dia die de curriculum-audit vroeg.</a:t>
            </a:r>
          </a:p>
          <a:p>
            <a:r>
              <a:t>Studenten leggen de koppeling tussen werkcollege en rubric zelf niet. Een zin - dit</a:t>
            </a:r>
          </a:p>
          <a:p>
            <a:r>
              <a:t>is het criterium waarop je case wordt beoordeeld - is het verschil tussen een</a:t>
            </a:r>
          </a:p>
          <a:p>
            <a:r>
              <a:t>oefening en een reden.</a:t>
            </a:r>
          </a:p>
        </p:txBody>
      </p:sp>
      <p:sp>
        <p:nvSpPr>
          <p:cNvPr id="4" name="Slide Number Placeholder 3"/>
          <p:cNvSpPr>
            <a:spLocks noGrp="1"/>
          </p:cNvSpPr>
          <p:nvPr>
            <p:ph type="sldNum"/>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[EDA-recept] Dit recept is precies de volgorde van de demo straks:</a:t>
            </a:r>
          </a:p>
          <a:p>
            <a:r>
              <a:t>describe -&gt; univariaat -&gt; bivariaat. Blok 1 is describe, blok 3 is bivariaat.</a:t>
            </a:r>
          </a:p>
          <a:p>
            <a:r>
              <a:t>Zeg dat je het zo meteen op hun eigen toernooi doet, dan luisteren ze anders.</a:t>
            </a:r>
          </a:p>
        </p:txBody>
      </p:sp>
      <p:sp>
        <p:nvSpPr>
          <p:cNvPr id="4" name="Slide Number Placeholder 3"/>
          <p:cNvSpPr>
            <a:spLocks noGrp="1"/>
          </p:cNvSpPr>
          <p:nvPr>
            <p:ph type="sldNum"/>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[Blok 1 - wat de samenvatting verbergt] Op het toernooi van deze week:</a:t>
            </a:r>
          </a:p>
          <a:p>
            <a:r>
              <a:t>gemiddelde 0,0 - mediaan 0,0 - std 39 - laagste -1030 - hoogste +1750.</a:t>
            </a:r>
          </a:p>
          <a:p/>
          <a:p>
            <a:r>
              <a:t>Het gemiddelde is exact nul en dat is geen toeval: poker is een nulsom, wat de</a:t>
            </a:r>
          </a:p>
          <a:p>
            <a:r>
              <a:t>een wint verliest de ander. Dat is meteen je controle. Komt er geen nul uit je</a:t>
            </a:r>
          </a:p>
          <a:p>
            <a:r>
              <a:t>eigen berekening, dan klopt je groepering niet.</a:t>
            </a:r>
          </a:p>
          <a:p/>
          <a:p>
            <a:r>
              <a:t>Mediaan nul betekent: in de meeste handen gebeurt er niets. En toch ging er in</a:t>
            </a:r>
          </a:p>
          <a:p>
            <a:r>
              <a:t>een van die handen 1750 chips om. Vier getallen, en geen van de vier vertelt dat.</a:t>
            </a:r>
          </a:p>
        </p:txBody>
      </p:sp>
      <p:sp>
        <p:nvSpPr>
          <p:cNvPr id="4" name="Slide Number Placeholder 3"/>
          <p:cNvSpPr>
            <a:spLocks noGrp="1"/>
          </p:cNvSpPr>
          <p:nvPr>
            <p:ph type="sldNum"/>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[Blok 2 - de verdeling] Op hun data: 4838 van de 6750 handen vallen</a:t>
            </a:r>
          </a:p>
          <a:p>
            <a:r>
              <a:t>tussen 0 en 20 chips. 1488 tussen -20 en -1. En dan de staarten: 53 handen tussen</a:t>
            </a:r>
          </a:p>
          <a:p>
            <a:r>
              <a:t>-100 en -20, negen onder de -200, zeven boven de +200.</a:t>
            </a:r>
          </a:p>
          <a:p/>
          <a:p>
            <a:r>
              <a:t>Die ene piek rond nul zijn handen die zijn weggelegd zonder in de blinds te zitten.</a:t>
            </a:r>
          </a:p>
          <a:p>
            <a:r>
              <a:t>Het echte spel zit in de zeven handen rechts. Vraag aan de zaal: welk van de vier</a:t>
            </a:r>
          </a:p>
          <a:p>
            <a:r>
              <a:t>getallen van de vorige dia had je dat verteld? Geen enkel.</a:t>
            </a:r>
          </a:p>
        </p:txBody>
      </p:sp>
      <p:sp>
        <p:nvSpPr>
          <p:cNvPr id="4" name="Slide Number Placeholder 3"/>
          <p:cNvSpPr>
            <a:spLocks noGrp="1"/>
          </p:cNvSpPr>
          <p:nvPr>
            <p:ph type="sldNum"/>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[Central tendency] Hier maakt de keuze het verschil tussen twee conclusies,</a:t>
            </a:r>
          </a:p>
          <a:p>
            <a:r>
              <a:t>en dat kun je op hun data laten zien. Gemiddelde winst per hand: 0. Mediaan: 0.</a:t>
            </a:r>
          </a:p>
          <a:p>
            <a:r>
              <a:t>Allebei nul, allebei waar, en samen verbergen ze een hand van +1750.</a:t>
            </a:r>
          </a:p>
          <a:p/>
          <a:p>
            <a:r>
              <a:t>Bij de bots ligt het andersom: de mediaan van de eindstand is 946, het gemiddelde</a:t>
            </a:r>
          </a:p>
          <a:p>
            <a:r>
              <a:t>1000 (want nulsom). Dat verschil van 54 chips is de scheefheid - een paar bots</a:t>
            </a:r>
          </a:p>
          <a:p>
            <a:r>
              <a:t>hebben veel, de meeste iets minder dan waarmee ze begonnen.</a:t>
            </a:r>
          </a:p>
        </p:txBody>
      </p:sp>
      <p:sp>
        <p:nvSpPr>
          <p:cNvPr id="4" name="Slide Number Placeholder 3"/>
          <p:cNvSpPr>
            <a:spLocks noGrp="1"/>
          </p:cNvSpPr>
          <p:nvPr>
            <p:ph type="sldNum"/>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[Filteren] De twee filters uit de demo:</a:t>
            </a:r>
          </a:p>
          <a:p/>
          <a:p>
            <a:r>
              <a:t>  handen[handen["bot_naam"] == "500959250"]      -- rijen op inhoud</a:t>
            </a:r>
          </a:p>
          <a:p>
            <a:r>
              <a:t>  handen.loc[handen["aan_zet"], "actie"]         -- boolean mask</a:t>
            </a:r>
          </a:p>
          <a:p/>
          <a:p>
            <a:r>
              <a:t>Die tweede is de belangrijkste regel van het college. aan_zet is een kolom vol</a:t>
            </a:r>
          </a:p>
          <a:p>
            <a:r>
              <a:t>True/False; in .loc zetten houdt alleen de rijen waar hij True is. 928 van de 6750</a:t>
            </a:r>
          </a:p>
          <a:p>
            <a:r>
              <a:t>logregels zijn handen waarin de bot nooit iets koos - hij zat in de blinds en de</a:t>
            </a:r>
          </a:p>
          <a:p>
            <a:r>
              <a:t>hand was al voorbij.</a:t>
            </a:r>
          </a:p>
        </p:txBody>
      </p:sp>
      <p:sp>
        <p:nvSpPr>
          <p:cNvPr id="4" name="Slide Number Placeholder 3"/>
          <p:cNvSpPr>
            <a:spLocks noGrp="1"/>
          </p:cNvSpPr>
          <p:nvPr>
            <p:ph type="sldNum"/>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[Nieuwe variabelen] De winst-kolom is hier het voorbeeld, en hij komt</a:t>
            </a:r>
          </a:p>
          <a:p>
            <a:r>
              <a:t>niet uit het log maar reken je zelf uit:</a:t>
            </a:r>
          </a:p>
          <a:p/>
          <a:p>
            <a:r>
              <a:t>  handen["winst"] = handen.groupby(["bot_naam","simulatie"])["stack"].diff()</a:t>
            </a:r>
          </a:p>
          <a:p>
            <a:r>
              <a:t>                          .fillna(handen["stack"] - 1000)</a:t>
            </a:r>
          </a:p>
          <a:p/>
          <a:p>
            <a:r>
              <a:t>Het log bewaart de stack NA elke hand, dus winst is het verschil met de hand</a:t>
            </a:r>
          </a:p>
          <a:p>
            <a:r>
              <a:t>ervoor. Twee dingen die misgaan: groeperen zonder simulatie (dan trek je de</a:t>
            </a:r>
          </a:p>
          <a:p>
            <a:r>
              <a:t>eerste hand van zitting 1 af van de laatste van zitting 0), en de NaN van de</a:t>
            </a:r>
          </a:p>
          <a:p>
            <a:r>
              <a:t>eerste hand laten staan.</a:t>
            </a:r>
          </a:p>
          <a:p/>
          <a:p>
            <a:r>
              <a:t>Controle: alle winst samen is precies 0.</a:t>
            </a:r>
          </a:p>
        </p:txBody>
      </p:sp>
      <p:sp>
        <p:nvSpPr>
          <p:cNvPr id="4" name="Slide Number Placeholder 3"/>
          <p:cNvSpPr>
            <a:spLocks noGrp="1"/>
          </p:cNvSpPr>
          <p:nvPr>
            <p:ph type="sldNum"/>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[Groupby] Een-op-een met de vorige dia:</a:t>
            </a:r>
          </a:p>
          <a:p/>
          <a:p>
            <a:r>
              <a:t>  gapminder.groupby('continent')['pop'].sum()</a:t>
            </a:r>
          </a:p>
          <a:p>
            <a:r>
              <a:t>  handen.groupby('bot_naam')['winst'].sum()</a:t>
            </a:r>
          </a:p>
          <a:p/>
          <a:p>
            <a:r>
              <a:t>Letterlijk dezelfde regel. En dan de valkuil, die je moet laten zien:</a:t>
            </a:r>
          </a:p>
          <a:p/>
          <a:p>
            <a:r>
              <a:t>  handen.groupby('bot_naam')['stack'].sum()   -&gt;  258.550 chips</a:t>
            </a:r>
          </a:p>
          <a:p/>
          <a:p>
            <a:r>
              <a:t>Geen foutmelding, keurig getal, volslagen onzin. Een stack is een STAND, geen</a:t>
            </a:r>
          </a:p>
          <a:p>
            <a:r>
              <a:t>stroom. Dat over 250 handen optellen is hetzelfde als de bevolking van Europa</a:t>
            </a:r>
          </a:p>
          <a:p>
            <a:r>
              <a:t>over alle twaalf gapminder-jaren optellen. Voor een stand wil je .last().</a:t>
            </a:r>
          </a:p>
        </p:txBody>
      </p:sp>
      <p:sp>
        <p:nvSpPr>
          <p:cNvPr id="4" name="Slide Number Placeholder 3"/>
          <p:cNvSpPr>
            <a:spLocks noGrp="1"/>
          </p:cNvSpPr>
          <p:nvPr>
            <p:ph type="sldNum"/>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[Opdracht] De opdracht is dit jaar niet gapminder maar hun eigen</a:t>
            </a:r>
          </a:p>
          <a:p>
            <a:r>
              <a:t>toernooi: 03_demo_college_toernooi.ipynb. Dezelfde acht bewerkingen, hun eigen data.</a:t>
            </a:r>
          </a:p>
          <a:p/>
          <a:p>
            <a:r>
              <a:t>Ze hebben hun token nodig. Wie dat kwijt is pakt toernooi_week3.json van</a:t>
            </a:r>
          </a:p>
          <a:p>
            <a:r>
              <a:t>Brightspace. Reken op vijf minuten opstarten - de eerste API-aanroep wekt de server.</a:t>
            </a:r>
          </a:p>
          <a:p/>
          <a:p>
            <a:r>
              <a:t>De drie TODO's onderaan zijn de kern: eindstand als tabel, fold% per bot, en</a:t>
            </a:r>
          </a:p>
          <a:p>
            <a:r>
              <a:t>.corr() tussen die twee. Uitwerkingen staan in 03_demo_college_uitwerkingen.ipynb.</a:t>
            </a:r>
          </a:p>
        </p:txBody>
      </p:sp>
      <p:sp>
        <p:nvSpPr>
          <p:cNvPr id="4" name="Slide Number Placeholder 3"/>
          <p:cNvSpPr>
            <a:spLocks noGrp="1"/>
          </p:cNvSpPr>
          <p:nvPr>
            <p:ph type="sldNum"/>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emf"/></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4"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5" name="PlaceHolder 2"/>
          <p:cNvSpPr>
            <a:spLocks noGrp="1"/>
          </p:cNvSpPr>
          <p:nvPr>
            <p:ph type="subTitle"/>
          </p:nvPr>
        </p:nvSpPr>
        <p:spPr>
          <a:xfrm>
            <a:off x="609600" y="1604520"/>
            <a:ext cx="10972320" cy="3977280"/>
          </a:xfrm>
          <a:prstGeom prst="rect">
            <a:avLst/>
          </a:prstGeom>
        </p:spPr>
        <p:txBody>
          <a:bodyPr lIns="0" tIns="0" rIns="0" bIns="0" anchor="ctr">
            <a:noAutofit/>
          </a:bodyPr>
          <a:lstStyle/>
          <a:p>
            <a:pPr algn="ctr"/>
            <a:endParaRPr lang="en-US" sz="3200" b="0" strike="noStrike" spc="-1">
              <a:latin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7" name="PlaceHolder 2"/>
          <p:cNvSpPr>
            <a:spLocks noGrp="1"/>
          </p:cNvSpPr>
          <p:nvPr>
            <p:ph type="body"/>
          </p:nvPr>
        </p:nvSpPr>
        <p:spPr>
          <a:xfrm>
            <a:off x="609600" y="1604520"/>
            <a:ext cx="10972320" cy="397728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8"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9" name="PlaceHolder 2"/>
          <p:cNvSpPr>
            <a:spLocks noGrp="1"/>
          </p:cNvSpPr>
          <p:nvPr>
            <p:ph type="body"/>
          </p:nvPr>
        </p:nvSpPr>
        <p:spPr>
          <a:xfrm>
            <a:off x="60960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0" name="PlaceHolder 3"/>
          <p:cNvSpPr>
            <a:spLocks noGrp="1"/>
          </p:cNvSpPr>
          <p:nvPr>
            <p:ph type="body"/>
          </p:nvPr>
        </p:nvSpPr>
        <p:spPr>
          <a:xfrm>
            <a:off x="623232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1"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2" name="PlaceHolder 1"/>
          <p:cNvSpPr>
            <a:spLocks noGrp="1"/>
          </p:cNvSpPr>
          <p:nvPr>
            <p:ph type="subTitle"/>
          </p:nvPr>
        </p:nvSpPr>
        <p:spPr>
          <a:xfrm>
            <a:off x="609600" y="273600"/>
            <a:ext cx="10972320" cy="5307840"/>
          </a:xfrm>
          <a:prstGeom prst="rect">
            <a:avLst/>
          </a:prstGeom>
        </p:spPr>
        <p:txBody>
          <a:bodyPr lIns="0" tIns="0" rIns="0" bIns="0" anchor="ctr">
            <a:noAutofit/>
          </a:bodyPr>
          <a:lstStyle/>
          <a:p>
            <a:pPr algn="ctr"/>
            <a:endParaRPr lang="en-US" sz="3200" b="0" strike="noStrike" spc="-1">
              <a:latin typeface="Calibri"/>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3"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14"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5" name="PlaceHolder 3"/>
          <p:cNvSpPr>
            <a:spLocks noGrp="1"/>
          </p:cNvSpPr>
          <p:nvPr>
            <p:ph type="body"/>
          </p:nvPr>
        </p:nvSpPr>
        <p:spPr>
          <a:xfrm>
            <a:off x="623232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6" name="PlaceHolder 4"/>
          <p:cNvSpPr>
            <a:spLocks noGrp="1"/>
          </p:cNvSpPr>
          <p:nvPr>
            <p:ph type="body"/>
          </p:nvPr>
        </p:nvSpPr>
        <p:spPr>
          <a:xfrm>
            <a:off x="60960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7"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18" name="PlaceHolder 2"/>
          <p:cNvSpPr>
            <a:spLocks noGrp="1"/>
          </p:cNvSpPr>
          <p:nvPr>
            <p:ph type="body"/>
          </p:nvPr>
        </p:nvSpPr>
        <p:spPr>
          <a:xfrm>
            <a:off x="60960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9"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20" name="PlaceHolder 4"/>
          <p:cNvSpPr>
            <a:spLocks noGrp="1"/>
          </p:cNvSpPr>
          <p:nvPr>
            <p:ph type="body"/>
          </p:nvPr>
        </p:nvSpPr>
        <p:spPr>
          <a:xfrm>
            <a:off x="623232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21"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22"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23"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24" name="PlaceHolder 4"/>
          <p:cNvSpPr>
            <a:spLocks noGrp="1"/>
          </p:cNvSpPr>
          <p:nvPr>
            <p:ph type="body"/>
          </p:nvPr>
        </p:nvSpPr>
        <p:spPr>
          <a:xfrm>
            <a:off x="609600" y="368208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25"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26" name="PlaceHolder 2"/>
          <p:cNvSpPr>
            <a:spLocks noGrp="1"/>
          </p:cNvSpPr>
          <p:nvPr>
            <p:ph type="body"/>
          </p:nvPr>
        </p:nvSpPr>
        <p:spPr>
          <a:xfrm>
            <a:off x="609600" y="160452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27" name="PlaceHolder 3"/>
          <p:cNvSpPr>
            <a:spLocks noGrp="1"/>
          </p:cNvSpPr>
          <p:nvPr>
            <p:ph type="body"/>
          </p:nvPr>
        </p:nvSpPr>
        <p:spPr>
          <a:xfrm>
            <a:off x="609600" y="368208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28"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29"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0"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1" name="PlaceHolder 4"/>
          <p:cNvSpPr>
            <a:spLocks noGrp="1"/>
          </p:cNvSpPr>
          <p:nvPr>
            <p:ph type="body"/>
          </p:nvPr>
        </p:nvSpPr>
        <p:spPr>
          <a:xfrm>
            <a:off x="60960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2" name="PlaceHolder 5"/>
          <p:cNvSpPr>
            <a:spLocks noGrp="1"/>
          </p:cNvSpPr>
          <p:nvPr>
            <p:ph type="body"/>
          </p:nvPr>
        </p:nvSpPr>
        <p:spPr>
          <a:xfrm>
            <a:off x="623232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33"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34" name="PlaceHolder 2"/>
          <p:cNvSpPr>
            <a:spLocks noGrp="1"/>
          </p:cNvSpPr>
          <p:nvPr>
            <p:ph type="body"/>
          </p:nvPr>
        </p:nvSpPr>
        <p:spPr>
          <a:xfrm>
            <a:off x="60960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5" name="PlaceHolder 3"/>
          <p:cNvSpPr>
            <a:spLocks noGrp="1"/>
          </p:cNvSpPr>
          <p:nvPr>
            <p:ph type="body"/>
          </p:nvPr>
        </p:nvSpPr>
        <p:spPr>
          <a:xfrm>
            <a:off x="431952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6" name="PlaceHolder 4"/>
          <p:cNvSpPr>
            <a:spLocks noGrp="1"/>
          </p:cNvSpPr>
          <p:nvPr>
            <p:ph type="body"/>
          </p:nvPr>
        </p:nvSpPr>
        <p:spPr>
          <a:xfrm>
            <a:off x="802944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7" name="PlaceHolder 5"/>
          <p:cNvSpPr>
            <a:spLocks noGrp="1"/>
          </p:cNvSpPr>
          <p:nvPr>
            <p:ph type="body"/>
          </p:nvPr>
        </p:nvSpPr>
        <p:spPr>
          <a:xfrm>
            <a:off x="60960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8" name="PlaceHolder 6"/>
          <p:cNvSpPr>
            <a:spLocks noGrp="1"/>
          </p:cNvSpPr>
          <p:nvPr>
            <p:ph type="body"/>
          </p:nvPr>
        </p:nvSpPr>
        <p:spPr>
          <a:xfrm>
            <a:off x="431952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9" name="PlaceHolder 7"/>
          <p:cNvSpPr>
            <a:spLocks noGrp="1"/>
          </p:cNvSpPr>
          <p:nvPr>
            <p:ph type="body"/>
          </p:nvPr>
        </p:nvSpPr>
        <p:spPr>
          <a:xfrm>
            <a:off x="802944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42"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43" name="PlaceHolder 2"/>
          <p:cNvSpPr>
            <a:spLocks noGrp="1"/>
          </p:cNvSpPr>
          <p:nvPr>
            <p:ph type="subTitle"/>
          </p:nvPr>
        </p:nvSpPr>
        <p:spPr>
          <a:xfrm>
            <a:off x="609600" y="1604520"/>
            <a:ext cx="10972320" cy="3977280"/>
          </a:xfrm>
          <a:prstGeom prst="rect">
            <a:avLst/>
          </a:prstGeom>
        </p:spPr>
        <p:txBody>
          <a:bodyPr lIns="0" tIns="0" rIns="0" bIns="0" anchor="ctr">
            <a:noAutofit/>
          </a:bodyPr>
          <a:lstStyle/>
          <a:p>
            <a:pPr algn="ctr"/>
            <a:endParaRPr lang="en-US" sz="3200" b="0" strike="noStrike" spc="-1">
              <a:latin typeface="Calibri"/>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44"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45" name="PlaceHolder 2"/>
          <p:cNvSpPr>
            <a:spLocks noGrp="1"/>
          </p:cNvSpPr>
          <p:nvPr>
            <p:ph type="body"/>
          </p:nvPr>
        </p:nvSpPr>
        <p:spPr>
          <a:xfrm>
            <a:off x="609600" y="1604520"/>
            <a:ext cx="10972320" cy="397728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46"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47" name="PlaceHolder 2"/>
          <p:cNvSpPr>
            <a:spLocks noGrp="1"/>
          </p:cNvSpPr>
          <p:nvPr>
            <p:ph type="body"/>
          </p:nvPr>
        </p:nvSpPr>
        <p:spPr>
          <a:xfrm>
            <a:off x="60960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48" name="PlaceHolder 3"/>
          <p:cNvSpPr>
            <a:spLocks noGrp="1"/>
          </p:cNvSpPr>
          <p:nvPr>
            <p:ph type="body"/>
          </p:nvPr>
        </p:nvSpPr>
        <p:spPr>
          <a:xfrm>
            <a:off x="623232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49"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50" name="PlaceHolder 1"/>
          <p:cNvSpPr>
            <a:spLocks noGrp="1"/>
          </p:cNvSpPr>
          <p:nvPr>
            <p:ph type="subTitle"/>
          </p:nvPr>
        </p:nvSpPr>
        <p:spPr>
          <a:xfrm>
            <a:off x="609600" y="273600"/>
            <a:ext cx="10972320" cy="5307840"/>
          </a:xfrm>
          <a:prstGeom prst="rect">
            <a:avLst/>
          </a:prstGeom>
        </p:spPr>
        <p:txBody>
          <a:bodyPr lIns="0" tIns="0" rIns="0" bIns="0" anchor="ctr">
            <a:noAutofit/>
          </a:bodyPr>
          <a:lstStyle/>
          <a:p>
            <a:pPr algn="ctr"/>
            <a:endParaRPr lang="en-US" sz="3200" b="0" strike="noStrike" spc="-1">
              <a:latin typeface="Calibri"/>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51"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52"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53" name="PlaceHolder 3"/>
          <p:cNvSpPr>
            <a:spLocks noGrp="1"/>
          </p:cNvSpPr>
          <p:nvPr>
            <p:ph type="body"/>
          </p:nvPr>
        </p:nvSpPr>
        <p:spPr>
          <a:xfrm>
            <a:off x="623232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54" name="PlaceHolder 4"/>
          <p:cNvSpPr>
            <a:spLocks noGrp="1"/>
          </p:cNvSpPr>
          <p:nvPr>
            <p:ph type="body"/>
          </p:nvPr>
        </p:nvSpPr>
        <p:spPr>
          <a:xfrm>
            <a:off x="60960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55"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56" name="PlaceHolder 2"/>
          <p:cNvSpPr>
            <a:spLocks noGrp="1"/>
          </p:cNvSpPr>
          <p:nvPr>
            <p:ph type="body"/>
          </p:nvPr>
        </p:nvSpPr>
        <p:spPr>
          <a:xfrm>
            <a:off x="60960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57"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58" name="PlaceHolder 4"/>
          <p:cNvSpPr>
            <a:spLocks noGrp="1"/>
          </p:cNvSpPr>
          <p:nvPr>
            <p:ph type="body"/>
          </p:nvPr>
        </p:nvSpPr>
        <p:spPr>
          <a:xfrm>
            <a:off x="623232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59"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60"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61"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62" name="PlaceHolder 4"/>
          <p:cNvSpPr>
            <a:spLocks noGrp="1"/>
          </p:cNvSpPr>
          <p:nvPr>
            <p:ph type="body"/>
          </p:nvPr>
        </p:nvSpPr>
        <p:spPr>
          <a:xfrm>
            <a:off x="609600" y="368208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63"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64" name="PlaceHolder 2"/>
          <p:cNvSpPr>
            <a:spLocks noGrp="1"/>
          </p:cNvSpPr>
          <p:nvPr>
            <p:ph type="body"/>
          </p:nvPr>
        </p:nvSpPr>
        <p:spPr>
          <a:xfrm>
            <a:off x="609600" y="160452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65" name="PlaceHolder 3"/>
          <p:cNvSpPr>
            <a:spLocks noGrp="1"/>
          </p:cNvSpPr>
          <p:nvPr>
            <p:ph type="body"/>
          </p:nvPr>
        </p:nvSpPr>
        <p:spPr>
          <a:xfrm>
            <a:off x="609600" y="368208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66"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67"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68"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69" name="PlaceHolder 4"/>
          <p:cNvSpPr>
            <a:spLocks noGrp="1"/>
          </p:cNvSpPr>
          <p:nvPr>
            <p:ph type="body"/>
          </p:nvPr>
        </p:nvSpPr>
        <p:spPr>
          <a:xfrm>
            <a:off x="60960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70" name="PlaceHolder 5"/>
          <p:cNvSpPr>
            <a:spLocks noGrp="1"/>
          </p:cNvSpPr>
          <p:nvPr>
            <p:ph type="body"/>
          </p:nvPr>
        </p:nvSpPr>
        <p:spPr>
          <a:xfrm>
            <a:off x="623232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71"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72" name="PlaceHolder 2"/>
          <p:cNvSpPr>
            <a:spLocks noGrp="1"/>
          </p:cNvSpPr>
          <p:nvPr>
            <p:ph type="body"/>
          </p:nvPr>
        </p:nvSpPr>
        <p:spPr>
          <a:xfrm>
            <a:off x="60960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73" name="PlaceHolder 3"/>
          <p:cNvSpPr>
            <a:spLocks noGrp="1"/>
          </p:cNvSpPr>
          <p:nvPr>
            <p:ph type="body"/>
          </p:nvPr>
        </p:nvSpPr>
        <p:spPr>
          <a:xfrm>
            <a:off x="431952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74" name="PlaceHolder 4"/>
          <p:cNvSpPr>
            <a:spLocks noGrp="1"/>
          </p:cNvSpPr>
          <p:nvPr>
            <p:ph type="body"/>
          </p:nvPr>
        </p:nvSpPr>
        <p:spPr>
          <a:xfrm>
            <a:off x="802944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75" name="PlaceHolder 5"/>
          <p:cNvSpPr>
            <a:spLocks noGrp="1"/>
          </p:cNvSpPr>
          <p:nvPr>
            <p:ph type="body"/>
          </p:nvPr>
        </p:nvSpPr>
        <p:spPr>
          <a:xfrm>
            <a:off x="60960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76" name="PlaceHolder 6"/>
          <p:cNvSpPr>
            <a:spLocks noGrp="1"/>
          </p:cNvSpPr>
          <p:nvPr>
            <p:ph type="body"/>
          </p:nvPr>
        </p:nvSpPr>
        <p:spPr>
          <a:xfrm>
            <a:off x="431952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77" name="PlaceHolder 7"/>
          <p:cNvSpPr>
            <a:spLocks noGrp="1"/>
          </p:cNvSpPr>
          <p:nvPr>
            <p:ph type="body"/>
          </p:nvPr>
        </p:nvSpPr>
        <p:spPr>
          <a:xfrm>
            <a:off x="802944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slide" type="title">
  <p:cSld name="1_Title slid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415611" y="992767"/>
            <a:ext cx="11360800" cy="27368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6933"/>
            </a:lvl1pPr>
            <a:lvl2pPr lvl="1" algn="ctr">
              <a:spcBef>
                <a:spcPts val="0"/>
              </a:spcBef>
              <a:spcAft>
                <a:spcPts val="0"/>
              </a:spcAft>
              <a:buSzPts val="5200"/>
              <a:buNone/>
              <a:defRPr sz="6933"/>
            </a:lvl2pPr>
            <a:lvl3pPr lvl="2" algn="ctr">
              <a:spcBef>
                <a:spcPts val="0"/>
              </a:spcBef>
              <a:spcAft>
                <a:spcPts val="0"/>
              </a:spcAft>
              <a:buSzPts val="5200"/>
              <a:buNone/>
              <a:defRPr sz="6933"/>
            </a:lvl3pPr>
            <a:lvl4pPr lvl="3" algn="ctr">
              <a:spcBef>
                <a:spcPts val="0"/>
              </a:spcBef>
              <a:spcAft>
                <a:spcPts val="0"/>
              </a:spcAft>
              <a:buSzPts val="5200"/>
              <a:buNone/>
              <a:defRPr sz="6933"/>
            </a:lvl4pPr>
            <a:lvl5pPr lvl="4" algn="ctr">
              <a:spcBef>
                <a:spcPts val="0"/>
              </a:spcBef>
              <a:spcAft>
                <a:spcPts val="0"/>
              </a:spcAft>
              <a:buSzPts val="5200"/>
              <a:buNone/>
              <a:defRPr sz="6933"/>
            </a:lvl5pPr>
            <a:lvl6pPr lvl="5" algn="ctr">
              <a:spcBef>
                <a:spcPts val="0"/>
              </a:spcBef>
              <a:spcAft>
                <a:spcPts val="0"/>
              </a:spcAft>
              <a:buSzPts val="5200"/>
              <a:buNone/>
              <a:defRPr sz="6933"/>
            </a:lvl6pPr>
            <a:lvl7pPr lvl="6" algn="ctr">
              <a:spcBef>
                <a:spcPts val="0"/>
              </a:spcBef>
              <a:spcAft>
                <a:spcPts val="0"/>
              </a:spcAft>
              <a:buSzPts val="5200"/>
              <a:buNone/>
              <a:defRPr sz="6933"/>
            </a:lvl7pPr>
            <a:lvl8pPr lvl="7" algn="ctr">
              <a:spcBef>
                <a:spcPts val="0"/>
              </a:spcBef>
              <a:spcAft>
                <a:spcPts val="0"/>
              </a:spcAft>
              <a:buSzPts val="5200"/>
              <a:buNone/>
              <a:defRPr sz="6933"/>
            </a:lvl8pPr>
            <a:lvl9pPr lvl="8" algn="ctr">
              <a:spcBef>
                <a:spcPts val="0"/>
              </a:spcBef>
              <a:spcAft>
                <a:spcPts val="0"/>
              </a:spcAft>
              <a:buSzPts val="5200"/>
              <a:buNone/>
              <a:defRPr sz="6933"/>
            </a:lvl9pPr>
          </a:lstStyle>
          <a:p>
            <a:endParaRPr/>
          </a:p>
        </p:txBody>
      </p:sp>
      <p:sp>
        <p:nvSpPr>
          <p:cNvPr id="11" name="Google Shape;11;p2"/>
          <p:cNvSpPr txBox="1">
            <a:spLocks noGrp="1"/>
          </p:cNvSpPr>
          <p:nvPr>
            <p:ph type="subTitle" idx="1"/>
          </p:nvPr>
        </p:nvSpPr>
        <p:spPr>
          <a:xfrm>
            <a:off x="415600" y="3778833"/>
            <a:ext cx="11360800" cy="10568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3733"/>
            </a:lvl1pPr>
            <a:lvl2pPr lvl="1" algn="ctr">
              <a:lnSpc>
                <a:spcPct val="100000"/>
              </a:lnSpc>
              <a:spcBef>
                <a:spcPts val="0"/>
              </a:spcBef>
              <a:spcAft>
                <a:spcPts val="0"/>
              </a:spcAft>
              <a:buSzPts val="2800"/>
              <a:buNone/>
              <a:defRPr sz="3733"/>
            </a:lvl2pPr>
            <a:lvl3pPr lvl="2" algn="ctr">
              <a:lnSpc>
                <a:spcPct val="100000"/>
              </a:lnSpc>
              <a:spcBef>
                <a:spcPts val="0"/>
              </a:spcBef>
              <a:spcAft>
                <a:spcPts val="0"/>
              </a:spcAft>
              <a:buSzPts val="2800"/>
              <a:buNone/>
              <a:defRPr sz="3733"/>
            </a:lvl3pPr>
            <a:lvl4pPr lvl="3" algn="ctr">
              <a:lnSpc>
                <a:spcPct val="100000"/>
              </a:lnSpc>
              <a:spcBef>
                <a:spcPts val="0"/>
              </a:spcBef>
              <a:spcAft>
                <a:spcPts val="0"/>
              </a:spcAft>
              <a:buSzPts val="2800"/>
              <a:buNone/>
              <a:defRPr sz="3733"/>
            </a:lvl4pPr>
            <a:lvl5pPr lvl="4" algn="ctr">
              <a:lnSpc>
                <a:spcPct val="100000"/>
              </a:lnSpc>
              <a:spcBef>
                <a:spcPts val="0"/>
              </a:spcBef>
              <a:spcAft>
                <a:spcPts val="0"/>
              </a:spcAft>
              <a:buSzPts val="2800"/>
              <a:buNone/>
              <a:defRPr sz="3733"/>
            </a:lvl5pPr>
            <a:lvl6pPr lvl="5" algn="ctr">
              <a:lnSpc>
                <a:spcPct val="100000"/>
              </a:lnSpc>
              <a:spcBef>
                <a:spcPts val="0"/>
              </a:spcBef>
              <a:spcAft>
                <a:spcPts val="0"/>
              </a:spcAft>
              <a:buSzPts val="2800"/>
              <a:buNone/>
              <a:defRPr sz="3733"/>
            </a:lvl6pPr>
            <a:lvl7pPr lvl="6" algn="ctr">
              <a:lnSpc>
                <a:spcPct val="100000"/>
              </a:lnSpc>
              <a:spcBef>
                <a:spcPts val="0"/>
              </a:spcBef>
              <a:spcAft>
                <a:spcPts val="0"/>
              </a:spcAft>
              <a:buSzPts val="2800"/>
              <a:buNone/>
              <a:defRPr sz="3733"/>
            </a:lvl7pPr>
            <a:lvl8pPr lvl="7" algn="ctr">
              <a:lnSpc>
                <a:spcPct val="100000"/>
              </a:lnSpc>
              <a:spcBef>
                <a:spcPts val="0"/>
              </a:spcBef>
              <a:spcAft>
                <a:spcPts val="0"/>
              </a:spcAft>
              <a:buSzPts val="2800"/>
              <a:buNone/>
              <a:defRPr sz="3733"/>
            </a:lvl8pPr>
            <a:lvl9pPr lvl="8" algn="ctr">
              <a:lnSpc>
                <a:spcPct val="100000"/>
              </a:lnSpc>
              <a:spcBef>
                <a:spcPts val="0"/>
              </a:spcBef>
              <a:spcAft>
                <a:spcPts val="0"/>
              </a:spcAft>
              <a:buSzPts val="2800"/>
              <a:buNone/>
              <a:defRPr sz="3733"/>
            </a:lvl9pPr>
          </a:lstStyle>
          <a:p>
            <a:endParaRPr/>
          </a:p>
        </p:txBody>
      </p:sp>
      <p:sp>
        <p:nvSpPr>
          <p:cNvPr id="12" name="Google Shape;12;p2"/>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lgn="r"/>
            <a:fld id="{00000000-1234-1234-1234-123412341234}" type="slidenum">
              <a:rPr lang="nl-NL" smtClean="0"/>
              <a:pPr algn="r"/>
              <a:t>‹nr.›</a:t>
            </a:fld>
            <a:endParaRPr lang="nl-NL"/>
          </a:p>
        </p:txBody>
      </p:sp>
    </p:spTree>
    <p:extLst>
      <p:ext uri="{BB962C8B-B14F-4D97-AF65-F5344CB8AC3E}">
        <p14:creationId xmlns:p14="http://schemas.microsoft.com/office/powerpoint/2010/main" val="228015753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Titel en tekst">
    <p:spTree>
      <p:nvGrpSpPr>
        <p:cNvPr id="1" name=""/>
        <p:cNvGrpSpPr/>
        <p:nvPr/>
      </p:nvGrpSpPr>
      <p:grpSpPr>
        <a:xfrm>
          <a:off x="0" y="0"/>
          <a:ext cx="0" cy="0"/>
          <a:chOff x="0" y="0"/>
          <a:chExt cx="0" cy="0"/>
        </a:xfrm>
      </p:grpSpPr>
      <p:pic>
        <p:nvPicPr>
          <p:cNvPr id="8" name="Afbeelding 7">
            <a:extLst>
              <a:ext uri="{FF2B5EF4-FFF2-40B4-BE49-F238E27FC236}">
                <a16:creationId xmlns:a16="http://schemas.microsoft.com/office/drawing/2014/main" id="{42F49DF6-EF89-9242-96AF-13E2B93C58D3}"/>
              </a:ext>
            </a:extLst>
          </p:cNvPr>
          <p:cNvPicPr>
            <a:picLocks noChangeAspect="1"/>
          </p:cNvPicPr>
          <p:nvPr userDrawn="1"/>
        </p:nvPicPr>
        <p:blipFill>
          <a:blip r:embed="rId2"/>
          <a:srcRect/>
          <a:stretch/>
        </p:blipFill>
        <p:spPr>
          <a:xfrm>
            <a:off x="0" y="0"/>
            <a:ext cx="12192000" cy="6858000"/>
          </a:xfrm>
          <a:prstGeom prst="rect">
            <a:avLst/>
          </a:prstGeom>
        </p:spPr>
      </p:pic>
      <p:sp>
        <p:nvSpPr>
          <p:cNvPr id="6" name="Titel 5">
            <a:extLst>
              <a:ext uri="{FF2B5EF4-FFF2-40B4-BE49-F238E27FC236}">
                <a16:creationId xmlns:a16="http://schemas.microsoft.com/office/drawing/2014/main" id="{0D4A260E-A58B-9E41-A402-C97E883472EB}"/>
              </a:ext>
            </a:extLst>
          </p:cNvPr>
          <p:cNvSpPr>
            <a:spLocks noGrp="1"/>
          </p:cNvSpPr>
          <p:nvPr>
            <p:ph type="title"/>
          </p:nvPr>
        </p:nvSpPr>
        <p:spPr>
          <a:xfrm>
            <a:off x="431800" y="1326776"/>
            <a:ext cx="10646363" cy="1477809"/>
          </a:xfrm>
        </p:spPr>
        <p:txBody>
          <a:bodyPr/>
          <a:lstStyle/>
          <a:p>
            <a:r>
              <a:rPr lang="nl-NL"/>
              <a:t>Klik om stijl te bewerken</a:t>
            </a:r>
            <a:endParaRPr lang="nl-NL" dirty="0"/>
          </a:p>
        </p:txBody>
      </p:sp>
      <p:sp>
        <p:nvSpPr>
          <p:cNvPr id="5" name="Tijdelijke aanduiding voor tekst 4">
            <a:extLst>
              <a:ext uri="{FF2B5EF4-FFF2-40B4-BE49-F238E27FC236}">
                <a16:creationId xmlns:a16="http://schemas.microsoft.com/office/drawing/2014/main" id="{E5CC833F-AF5D-BE4A-BBF9-4A5C0DC4AC32}"/>
              </a:ext>
            </a:extLst>
          </p:cNvPr>
          <p:cNvSpPr>
            <a:spLocks noGrp="1"/>
          </p:cNvSpPr>
          <p:nvPr>
            <p:ph type="body" sz="quarter" idx="15"/>
          </p:nvPr>
        </p:nvSpPr>
        <p:spPr>
          <a:xfrm>
            <a:off x="431801" y="2804584"/>
            <a:ext cx="10638367" cy="3217333"/>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2" name="Tijdelijke aanduiding voor voettekst 1">
            <a:extLst>
              <a:ext uri="{FF2B5EF4-FFF2-40B4-BE49-F238E27FC236}">
                <a16:creationId xmlns:a16="http://schemas.microsoft.com/office/drawing/2014/main" id="{6492356F-B0BD-C441-ACCC-2B36166F77BB}"/>
              </a:ext>
            </a:extLst>
          </p:cNvPr>
          <p:cNvSpPr>
            <a:spLocks noGrp="1"/>
          </p:cNvSpPr>
          <p:nvPr>
            <p:ph type="ftr" sz="quarter" idx="16"/>
          </p:nvPr>
        </p:nvSpPr>
        <p:spPr/>
        <p:txBody>
          <a:bodyPr/>
          <a:lstStyle/>
          <a:p>
            <a:pPr>
              <a:defRPr/>
            </a:pPr>
            <a:r>
              <a:rPr lang="nl-NL"/>
              <a:t>Titel presentatie</a:t>
            </a:r>
            <a:endParaRPr lang="nl-NL" dirty="0"/>
          </a:p>
        </p:txBody>
      </p:sp>
      <p:sp>
        <p:nvSpPr>
          <p:cNvPr id="4" name="Tijdelijke aanduiding voor dianummer 3">
            <a:extLst>
              <a:ext uri="{FF2B5EF4-FFF2-40B4-BE49-F238E27FC236}">
                <a16:creationId xmlns:a16="http://schemas.microsoft.com/office/drawing/2014/main" id="{036E3A49-4F16-3D48-BCBD-BE73340D12B0}"/>
              </a:ext>
            </a:extLst>
          </p:cNvPr>
          <p:cNvSpPr>
            <a:spLocks noGrp="1"/>
          </p:cNvSpPr>
          <p:nvPr>
            <p:ph type="sldNum" sz="quarter" idx="17"/>
          </p:nvPr>
        </p:nvSpPr>
        <p:spPr/>
        <p:txBody>
          <a:bodyPr/>
          <a:lstStyle/>
          <a:p>
            <a:fld id="{49004725-3891-F142-B776-4F4F06198762}" type="slidenum">
              <a:rPr lang="nl-NL" smtClean="0"/>
              <a:pPr/>
              <a:t>‹nr.›</a:t>
            </a:fld>
            <a:endParaRPr lang="nl-NL" dirty="0"/>
          </a:p>
        </p:txBody>
      </p:sp>
      <p:pic>
        <p:nvPicPr>
          <p:cNvPr id="10" name="Afbeelding 9">
            <a:extLst>
              <a:ext uri="{FF2B5EF4-FFF2-40B4-BE49-F238E27FC236}">
                <a16:creationId xmlns:a16="http://schemas.microsoft.com/office/drawing/2014/main" id="{CC4838CF-D7BB-FD4B-AA3B-F164D4A1DAB8}"/>
              </a:ext>
            </a:extLst>
          </p:cNvPr>
          <p:cNvPicPr>
            <a:picLocks noChangeAspect="1"/>
          </p:cNvPicPr>
          <p:nvPr userDrawn="1"/>
        </p:nvPicPr>
        <p:blipFill>
          <a:blip r:embed="rId3"/>
          <a:srcRect/>
          <a:stretch/>
        </p:blipFill>
        <p:spPr>
          <a:xfrm>
            <a:off x="9694034" y="6032402"/>
            <a:ext cx="2497964" cy="825599"/>
          </a:xfrm>
          <a:prstGeom prst="rect">
            <a:avLst/>
          </a:prstGeom>
        </p:spPr>
      </p:pic>
      <p:sp>
        <p:nvSpPr>
          <p:cNvPr id="11" name="Tijdelijke aanduiding voor afbeelding 13">
            <a:extLst>
              <a:ext uri="{FF2B5EF4-FFF2-40B4-BE49-F238E27FC236}">
                <a16:creationId xmlns:a16="http://schemas.microsoft.com/office/drawing/2014/main" id="{8B155A77-9972-F745-93CB-75D872DC3C96}"/>
              </a:ext>
            </a:extLst>
          </p:cNvPr>
          <p:cNvSpPr>
            <a:spLocks noGrp="1"/>
          </p:cNvSpPr>
          <p:nvPr>
            <p:ph type="pic" sz="quarter" idx="14"/>
          </p:nvPr>
        </p:nvSpPr>
        <p:spPr>
          <a:xfrm>
            <a:off x="8361600" y="0"/>
            <a:ext cx="3830400" cy="825600"/>
          </a:xfrm>
        </p:spPr>
        <p:txBody>
          <a:bodyPr/>
          <a:lstStyle>
            <a:lvl1pPr marL="0" indent="0">
              <a:buNone/>
              <a:defRPr/>
            </a:lvl1pPr>
          </a:lstStyle>
          <a:p>
            <a:r>
              <a:rPr lang="nl-NL"/>
              <a:t>Klik op het pictogram als u een afbeelding wilt toevoegen</a:t>
            </a:r>
            <a:endParaRPr lang="nl-NL" dirty="0"/>
          </a:p>
        </p:txBody>
      </p:sp>
    </p:spTree>
    <p:extLst>
      <p:ext uri="{BB962C8B-B14F-4D97-AF65-F5344CB8AC3E}">
        <p14:creationId xmlns:p14="http://schemas.microsoft.com/office/powerpoint/2010/main" val="248185539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82"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83" name="PlaceHolder 2"/>
          <p:cNvSpPr>
            <a:spLocks noGrp="1"/>
          </p:cNvSpPr>
          <p:nvPr>
            <p:ph type="subTitle"/>
          </p:nvPr>
        </p:nvSpPr>
        <p:spPr>
          <a:xfrm>
            <a:off x="609600" y="1604520"/>
            <a:ext cx="10972320" cy="3977280"/>
          </a:xfrm>
          <a:prstGeom prst="rect">
            <a:avLst/>
          </a:prstGeom>
        </p:spPr>
        <p:txBody>
          <a:bodyPr lIns="0" tIns="0" rIns="0" bIns="0" anchor="ctr">
            <a:noAutofit/>
          </a:bodyPr>
          <a:lstStyle/>
          <a:p>
            <a:pPr algn="ctr"/>
            <a:endParaRPr lang="en-US" sz="3200" b="0" strike="noStrike" spc="-1">
              <a:latin typeface="Calibri"/>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84"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85" name="PlaceHolder 2"/>
          <p:cNvSpPr>
            <a:spLocks noGrp="1"/>
          </p:cNvSpPr>
          <p:nvPr>
            <p:ph type="body"/>
          </p:nvPr>
        </p:nvSpPr>
        <p:spPr>
          <a:xfrm>
            <a:off x="609600" y="1604520"/>
            <a:ext cx="10972320" cy="397728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86"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87" name="PlaceHolder 2"/>
          <p:cNvSpPr>
            <a:spLocks noGrp="1"/>
          </p:cNvSpPr>
          <p:nvPr>
            <p:ph type="body"/>
          </p:nvPr>
        </p:nvSpPr>
        <p:spPr>
          <a:xfrm>
            <a:off x="60960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88" name="PlaceHolder 3"/>
          <p:cNvSpPr>
            <a:spLocks noGrp="1"/>
          </p:cNvSpPr>
          <p:nvPr>
            <p:ph type="body"/>
          </p:nvPr>
        </p:nvSpPr>
        <p:spPr>
          <a:xfrm>
            <a:off x="623232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9"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90" name="PlaceHolder 1"/>
          <p:cNvSpPr>
            <a:spLocks noGrp="1"/>
          </p:cNvSpPr>
          <p:nvPr>
            <p:ph type="subTitle"/>
          </p:nvPr>
        </p:nvSpPr>
        <p:spPr>
          <a:xfrm>
            <a:off x="609600" y="273600"/>
            <a:ext cx="10972320" cy="5307840"/>
          </a:xfrm>
          <a:prstGeom prst="rect">
            <a:avLst/>
          </a:prstGeom>
        </p:spPr>
        <p:txBody>
          <a:bodyPr lIns="0" tIns="0" rIns="0" bIns="0" anchor="ctr">
            <a:noAutofit/>
          </a:bodyPr>
          <a:lstStyle/>
          <a:p>
            <a:pPr algn="ctr"/>
            <a:endParaRPr lang="en-US" sz="3200" b="0" strike="noStrike" spc="-1">
              <a:latin typeface="Calibri"/>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91"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92"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93" name="PlaceHolder 3"/>
          <p:cNvSpPr>
            <a:spLocks noGrp="1"/>
          </p:cNvSpPr>
          <p:nvPr>
            <p:ph type="body"/>
          </p:nvPr>
        </p:nvSpPr>
        <p:spPr>
          <a:xfrm>
            <a:off x="623232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94" name="PlaceHolder 4"/>
          <p:cNvSpPr>
            <a:spLocks noGrp="1"/>
          </p:cNvSpPr>
          <p:nvPr>
            <p:ph type="body"/>
          </p:nvPr>
        </p:nvSpPr>
        <p:spPr>
          <a:xfrm>
            <a:off x="60960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95"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96" name="PlaceHolder 2"/>
          <p:cNvSpPr>
            <a:spLocks noGrp="1"/>
          </p:cNvSpPr>
          <p:nvPr>
            <p:ph type="body"/>
          </p:nvPr>
        </p:nvSpPr>
        <p:spPr>
          <a:xfrm>
            <a:off x="60960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97"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98" name="PlaceHolder 4"/>
          <p:cNvSpPr>
            <a:spLocks noGrp="1"/>
          </p:cNvSpPr>
          <p:nvPr>
            <p:ph type="body"/>
          </p:nvPr>
        </p:nvSpPr>
        <p:spPr>
          <a:xfrm>
            <a:off x="623232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99"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100"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01"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02" name="PlaceHolder 4"/>
          <p:cNvSpPr>
            <a:spLocks noGrp="1"/>
          </p:cNvSpPr>
          <p:nvPr>
            <p:ph type="body"/>
          </p:nvPr>
        </p:nvSpPr>
        <p:spPr>
          <a:xfrm>
            <a:off x="609600" y="368208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103"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104" name="PlaceHolder 2"/>
          <p:cNvSpPr>
            <a:spLocks noGrp="1"/>
          </p:cNvSpPr>
          <p:nvPr>
            <p:ph type="body"/>
          </p:nvPr>
        </p:nvSpPr>
        <p:spPr>
          <a:xfrm>
            <a:off x="609600" y="160452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05" name="PlaceHolder 3"/>
          <p:cNvSpPr>
            <a:spLocks noGrp="1"/>
          </p:cNvSpPr>
          <p:nvPr>
            <p:ph type="body"/>
          </p:nvPr>
        </p:nvSpPr>
        <p:spPr>
          <a:xfrm>
            <a:off x="609600" y="368208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106"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107"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08"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09" name="PlaceHolder 4"/>
          <p:cNvSpPr>
            <a:spLocks noGrp="1"/>
          </p:cNvSpPr>
          <p:nvPr>
            <p:ph type="body"/>
          </p:nvPr>
        </p:nvSpPr>
        <p:spPr>
          <a:xfrm>
            <a:off x="60960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10" name="PlaceHolder 5"/>
          <p:cNvSpPr>
            <a:spLocks noGrp="1"/>
          </p:cNvSpPr>
          <p:nvPr>
            <p:ph type="body"/>
          </p:nvPr>
        </p:nvSpPr>
        <p:spPr>
          <a:xfrm>
            <a:off x="623232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111"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112" name="PlaceHolder 2"/>
          <p:cNvSpPr>
            <a:spLocks noGrp="1"/>
          </p:cNvSpPr>
          <p:nvPr>
            <p:ph type="body"/>
          </p:nvPr>
        </p:nvSpPr>
        <p:spPr>
          <a:xfrm>
            <a:off x="60960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13" name="PlaceHolder 3"/>
          <p:cNvSpPr>
            <a:spLocks noGrp="1"/>
          </p:cNvSpPr>
          <p:nvPr>
            <p:ph type="body"/>
          </p:nvPr>
        </p:nvSpPr>
        <p:spPr>
          <a:xfrm>
            <a:off x="431952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14" name="PlaceHolder 4"/>
          <p:cNvSpPr>
            <a:spLocks noGrp="1"/>
          </p:cNvSpPr>
          <p:nvPr>
            <p:ph type="body"/>
          </p:nvPr>
        </p:nvSpPr>
        <p:spPr>
          <a:xfrm>
            <a:off x="802944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15" name="PlaceHolder 5"/>
          <p:cNvSpPr>
            <a:spLocks noGrp="1"/>
          </p:cNvSpPr>
          <p:nvPr>
            <p:ph type="body"/>
          </p:nvPr>
        </p:nvSpPr>
        <p:spPr>
          <a:xfrm>
            <a:off x="60960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16" name="PlaceHolder 6"/>
          <p:cNvSpPr>
            <a:spLocks noGrp="1"/>
          </p:cNvSpPr>
          <p:nvPr>
            <p:ph type="body"/>
          </p:nvPr>
        </p:nvSpPr>
        <p:spPr>
          <a:xfrm>
            <a:off x="431952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17" name="PlaceHolder 7"/>
          <p:cNvSpPr>
            <a:spLocks noGrp="1"/>
          </p:cNvSpPr>
          <p:nvPr>
            <p:ph type="body"/>
          </p:nvPr>
        </p:nvSpPr>
        <p:spPr>
          <a:xfrm>
            <a:off x="802944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 Id="rId14" Type="http://schemas.openxmlformats.org/officeDocument/2006/relationships/image" Target="../media/image1.jpe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 Id="rId9" Type="http://schemas.openxmlformats.org/officeDocument/2006/relationships/slideLayout" Target="../slideLayouts/slideLayout21.xml"/><Relationship Id="rId10" Type="http://schemas.openxmlformats.org/officeDocument/2006/relationships/slideLayout" Target="../slideLayouts/slideLayout22.xml"/><Relationship Id="rId11" Type="http://schemas.openxmlformats.org/officeDocument/2006/relationships/slideLayout" Target="../slideLayouts/slideLayout23.xml"/><Relationship Id="rId12" Type="http://schemas.openxmlformats.org/officeDocument/2006/relationships/slideLayout" Target="../slideLayouts/slideLayout24.xml"/><Relationship Id="rId13" Type="http://schemas.openxmlformats.org/officeDocument/2006/relationships/slideLayout" Target="../slideLayouts/slideLayout25.xml"/><Relationship Id="rId14" Type="http://schemas.openxmlformats.org/officeDocument/2006/relationships/slideLayout" Target="../slideLayouts/slideLayout26.xml"/><Relationship Id="rId15" Type="http://schemas.openxmlformats.org/officeDocument/2006/relationships/theme" Target="../theme/theme2.xml"/><Relationship Id="rId16" Type="http://schemas.openxmlformats.org/officeDocument/2006/relationships/image" Target="../media/image1.jpe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slideLayout" Target="../slideLayouts/slideLayout28.xml"/><Relationship Id="rId3" Type="http://schemas.openxmlformats.org/officeDocument/2006/relationships/slideLayout" Target="../slideLayouts/slideLayout29.xml"/><Relationship Id="rId4" Type="http://schemas.openxmlformats.org/officeDocument/2006/relationships/slideLayout" Target="../slideLayouts/slideLayout30.xml"/><Relationship Id="rId5" Type="http://schemas.openxmlformats.org/officeDocument/2006/relationships/slideLayout" Target="../slideLayouts/slideLayout31.xml"/><Relationship Id="rId6" Type="http://schemas.openxmlformats.org/officeDocument/2006/relationships/slideLayout" Target="../slideLayouts/slideLayout32.xml"/><Relationship Id="rId7" Type="http://schemas.openxmlformats.org/officeDocument/2006/relationships/slideLayout" Target="../slideLayouts/slideLayout33.xml"/><Relationship Id="rId8" Type="http://schemas.openxmlformats.org/officeDocument/2006/relationships/slideLayout" Target="../slideLayouts/slideLayout34.xml"/><Relationship Id="rId9" Type="http://schemas.openxmlformats.org/officeDocument/2006/relationships/slideLayout" Target="../slideLayouts/slideLayout35.xml"/><Relationship Id="rId10" Type="http://schemas.openxmlformats.org/officeDocument/2006/relationships/slideLayout" Target="../slideLayouts/slideLayout36.xml"/><Relationship Id="rId11" Type="http://schemas.openxmlformats.org/officeDocument/2006/relationships/slideLayout" Target="../slideLayouts/slideLayout37.xml"/><Relationship Id="rId12" Type="http://schemas.openxmlformats.org/officeDocument/2006/relationships/slideLayout" Target="../slideLayouts/slideLayout38.xml"/><Relationship Id="rId13" Type="http://schemas.openxmlformats.org/officeDocument/2006/relationships/theme" Target="../theme/theme3.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rotWithShape="0">
          <a:blip r:embed="rId14"/>
          <a:stretch/>
        </a:blipFill>
        <a:effectLst/>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609600" y="944640"/>
            <a:ext cx="10972320" cy="1142640"/>
          </a:xfrm>
          <a:prstGeom prst="rect">
            <a:avLst/>
          </a:prstGeom>
        </p:spPr>
        <p:txBody>
          <a:bodyPr anchor="ctr">
            <a:noAutofit/>
          </a:bodyPr>
          <a:lstStyle/>
          <a:p>
            <a:pPr>
              <a:lnSpc>
                <a:spcPct val="100000"/>
              </a:lnSpc>
            </a:pPr>
            <a:r>
              <a:rPr lang="en-US" sz="3200" b="0" strike="noStrike" cap="all" spc="-1">
                <a:solidFill>
                  <a:srgbClr val="25167A"/>
                </a:solidFill>
                <a:latin typeface="Arial"/>
                <a:ea typeface="ＭＳ Ｐゴシック"/>
              </a:rPr>
              <a:t>Click to edit Master title style</a:t>
            </a:r>
            <a:endParaRPr lang="nl-NL" sz="3200" b="0" strike="noStrike" spc="-1">
              <a:solidFill>
                <a:srgbClr val="000000"/>
              </a:solidFill>
              <a:latin typeface="Arial"/>
            </a:endParaRPr>
          </a:p>
        </p:txBody>
      </p:sp>
      <p:sp>
        <p:nvSpPr>
          <p:cNvPr id="5" name="PlaceHolder 2"/>
          <p:cNvSpPr>
            <a:spLocks noGrp="1"/>
          </p:cNvSpPr>
          <p:nvPr>
            <p:ph type="body"/>
          </p:nvPr>
        </p:nvSpPr>
        <p:spPr>
          <a:xfrm>
            <a:off x="609600" y="2086920"/>
            <a:ext cx="10972320" cy="4038840"/>
          </a:xfrm>
          <a:prstGeom prst="rect">
            <a:avLst/>
          </a:prstGeom>
        </p:spPr>
        <p:txBody>
          <a:bodyPr>
            <a:normAutofit/>
          </a:bodyPr>
          <a:lstStyle/>
          <a:p>
            <a:pPr marL="342000" indent="-341640">
              <a:lnSpc>
                <a:spcPct val="100000"/>
              </a:lnSpc>
              <a:spcBef>
                <a:spcPts val="400"/>
              </a:spcBef>
              <a:buClr>
                <a:srgbClr val="000000"/>
              </a:buClr>
              <a:buFont typeface="Arial"/>
              <a:buChar char="•"/>
            </a:pPr>
            <a:r>
              <a:rPr lang="en-US" sz="2000" b="0" strike="noStrike" spc="-1">
                <a:solidFill>
                  <a:srgbClr val="000000"/>
                </a:solidFill>
                <a:latin typeface="Arial"/>
                <a:ea typeface="ＭＳ Ｐゴシック"/>
              </a:rPr>
              <a:t>Edit Master text styles</a:t>
            </a:r>
            <a:endParaRPr lang="nl-NL" sz="2000" b="0" strike="noStrike" spc="-1">
              <a:solidFill>
                <a:srgbClr val="000000"/>
              </a:solidFill>
              <a:latin typeface="Arial"/>
            </a:endParaRPr>
          </a:p>
          <a:p>
            <a:pPr marL="628560" lvl="1" indent="-285480">
              <a:lnSpc>
                <a:spcPct val="100000"/>
              </a:lnSpc>
              <a:spcBef>
                <a:spcPts val="360"/>
              </a:spcBef>
              <a:buClr>
                <a:srgbClr val="000000"/>
              </a:buClr>
              <a:buFont typeface="Arial"/>
              <a:buChar char="•"/>
            </a:pPr>
            <a:r>
              <a:rPr lang="en-US" sz="1800" b="0" strike="noStrike" spc="-1">
                <a:solidFill>
                  <a:srgbClr val="000000"/>
                </a:solidFill>
                <a:latin typeface="Arial"/>
                <a:ea typeface="ＭＳ Ｐゴシック"/>
              </a:rPr>
              <a:t>Second level</a:t>
            </a:r>
            <a:endParaRPr lang="nl-NL" sz="1800" b="0" strike="noStrike" spc="-1">
              <a:solidFill>
                <a:srgbClr val="000000"/>
              </a:solidFill>
              <a:latin typeface="Arial"/>
            </a:endParaRPr>
          </a:p>
          <a:p>
            <a:pPr marL="896760" lvl="2" indent="-285480">
              <a:lnSpc>
                <a:spcPct val="100000"/>
              </a:lnSpc>
              <a:spcBef>
                <a:spcPts val="320"/>
              </a:spcBef>
              <a:buClr>
                <a:srgbClr val="000000"/>
              </a:buClr>
              <a:buFont typeface="Arial"/>
              <a:buChar char="•"/>
            </a:pPr>
            <a:r>
              <a:rPr lang="en-US" sz="1600" b="0" strike="noStrike" spc="-1">
                <a:solidFill>
                  <a:srgbClr val="000000"/>
                </a:solidFill>
                <a:latin typeface="Arial"/>
                <a:ea typeface="ＭＳ Ｐゴシック"/>
              </a:rPr>
              <a:t>Third level</a:t>
            </a:r>
            <a:endParaRPr lang="nl-NL" sz="1600" b="0" strike="noStrike" spc="-1">
              <a:solidFill>
                <a:srgbClr val="000000"/>
              </a:solidFill>
              <a:latin typeface="Arial"/>
            </a:endParaRPr>
          </a:p>
          <a:p>
            <a:pPr marL="1255680" lvl="3" indent="-285480">
              <a:lnSpc>
                <a:spcPct val="100000"/>
              </a:lnSpc>
              <a:spcBef>
                <a:spcPts val="281"/>
              </a:spcBef>
              <a:buClr>
                <a:srgbClr val="000000"/>
              </a:buClr>
              <a:buFont typeface="Arial"/>
              <a:buChar char="•"/>
            </a:pPr>
            <a:r>
              <a:rPr lang="en-US" sz="1400" b="0" strike="noStrike" spc="-1">
                <a:solidFill>
                  <a:srgbClr val="000000"/>
                </a:solidFill>
                <a:latin typeface="Arial"/>
                <a:ea typeface="ＭＳ Ｐゴシック"/>
              </a:rPr>
              <a:t>Fourth level</a:t>
            </a:r>
            <a:endParaRPr lang="nl-NL" sz="1400" b="0" strike="noStrike" spc="-1">
              <a:solidFill>
                <a:srgbClr val="000000"/>
              </a:solidFill>
              <a:latin typeface="Arial"/>
            </a:endParaRPr>
          </a:p>
          <a:p>
            <a:pPr marL="1612800" lvl="4" indent="-285480">
              <a:lnSpc>
                <a:spcPct val="100000"/>
              </a:lnSpc>
              <a:spcBef>
                <a:spcPts val="281"/>
              </a:spcBef>
              <a:buClr>
                <a:srgbClr val="000000"/>
              </a:buClr>
              <a:buFont typeface="Arial"/>
              <a:buChar char="•"/>
            </a:pPr>
            <a:r>
              <a:rPr lang="en-US" sz="1400" b="0" strike="noStrike" spc="-1">
                <a:solidFill>
                  <a:srgbClr val="000000"/>
                </a:solidFill>
                <a:latin typeface="Arial"/>
                <a:ea typeface="ＭＳ Ｐゴシック"/>
              </a:rPr>
              <a:t>Fifth level</a:t>
            </a:r>
            <a:endParaRPr lang="nl-NL" sz="1400" b="0" strike="noStrike" spc="-1">
              <a:solidFill>
                <a:srgbClr val="000000"/>
              </a:solidFill>
              <a:latin typeface="Arial"/>
            </a:endParaRPr>
          </a:p>
        </p:txBody>
      </p:sp>
      <p:sp>
        <p:nvSpPr>
          <p:cNvPr id="2" name="PlaceHolder 3"/>
          <p:cNvSpPr>
            <a:spLocks noGrp="1"/>
          </p:cNvSpPr>
          <p:nvPr>
            <p:ph type="ftr"/>
          </p:nvPr>
        </p:nvSpPr>
        <p:spPr>
          <a:xfrm>
            <a:off x="609600" y="6124680"/>
            <a:ext cx="3860160" cy="364680"/>
          </a:xfrm>
          <a:prstGeom prst="rect">
            <a:avLst/>
          </a:prstGeom>
        </p:spPr>
        <p:txBody>
          <a:bodyPr anchor="ctr">
            <a:noAutofit/>
          </a:bodyPr>
          <a:lstStyle/>
          <a:p>
            <a:endParaRPr lang="en-US" sz="2400" b="0" strike="noStrike" spc="-1">
              <a:latin typeface="Calibri"/>
            </a:endParaRPr>
          </a:p>
        </p:txBody>
      </p:sp>
      <p:sp>
        <p:nvSpPr>
          <p:cNvPr id="3" name="PlaceHolder 4"/>
          <p:cNvSpPr>
            <a:spLocks noGrp="1"/>
          </p:cNvSpPr>
          <p:nvPr>
            <p:ph type="sldNum"/>
          </p:nvPr>
        </p:nvSpPr>
        <p:spPr>
          <a:xfrm>
            <a:off x="11006880" y="6124680"/>
            <a:ext cx="835680" cy="364680"/>
          </a:xfrm>
          <a:prstGeom prst="rect">
            <a:avLst/>
          </a:prstGeom>
        </p:spPr>
        <p:txBody>
          <a:bodyPr anchor="ctr">
            <a:noAutofit/>
          </a:bodyPr>
          <a:lstStyle/>
          <a:p>
            <a:pPr algn="r">
              <a:lnSpc>
                <a:spcPct val="100000"/>
              </a:lnSpc>
            </a:pPr>
            <a:fld id="{3A87AD53-1024-468D-953A-83A6787D0329}" type="slidenum">
              <a:rPr lang="nl-NL" sz="1000" b="0" strike="noStrike" spc="-1">
                <a:solidFill>
                  <a:srgbClr val="FFFFFF"/>
                </a:solidFill>
                <a:latin typeface="Arial"/>
                <a:ea typeface="Arial"/>
              </a:rPr>
              <a:t>‹nr.›</a:t>
            </a:fld>
            <a:endParaRPr lang="en-US" sz="1000" b="0" strike="noStrike" spc="-1">
              <a:latin typeface="Calibri"/>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342000" indent="-341640" algn="l" defTabSz="914400" rtl="0" eaLnBrk="1" latinLnBrk="0" hangingPunct="1">
        <a:lnSpc>
          <a:spcPct val="100000"/>
        </a:lnSpc>
        <a:spcBef>
          <a:spcPts val="400"/>
        </a:spcBef>
        <a:buClr>
          <a:srgbClr val="000000"/>
        </a:buClr>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rotWithShape="0">
          <a:blip r:embed="rId16"/>
          <a:stretch/>
        </a:blipFill>
        <a:effectLst/>
      </p:bgPr>
    </p:bg>
    <p:spTree>
      <p:nvGrpSpPr>
        <p:cNvPr id="1" name=""/>
        <p:cNvGrpSpPr/>
        <p:nvPr/>
      </p:nvGrpSpPr>
      <p:grpSpPr>
        <a:xfrm>
          <a:off x="0" y="0"/>
          <a:ext cx="0" cy="0"/>
          <a:chOff x="0" y="0"/>
          <a:chExt cx="0" cy="0"/>
        </a:xfrm>
      </p:grpSpPr>
      <p:sp>
        <p:nvSpPr>
          <p:cNvPr id="40" name="PlaceHolder 1"/>
          <p:cNvSpPr>
            <a:spLocks noGrp="1"/>
          </p:cNvSpPr>
          <p:nvPr>
            <p:ph type="title"/>
          </p:nvPr>
        </p:nvSpPr>
        <p:spPr>
          <a:xfrm>
            <a:off x="609600" y="273600"/>
            <a:ext cx="10972320" cy="1144800"/>
          </a:xfrm>
          <a:prstGeom prst="rect">
            <a:avLst/>
          </a:prstGeom>
        </p:spPr>
        <p:txBody>
          <a:bodyPr lIns="0" tIns="0" rIns="0" bIns="0" anchor="ctr">
            <a:noAutofit/>
          </a:bodyPr>
          <a:lstStyle/>
          <a:p>
            <a:r>
              <a:rPr lang="nl-NL" sz="3200" b="0" strike="noStrike" spc="-1">
                <a:solidFill>
                  <a:srgbClr val="000000"/>
                </a:solidFill>
                <a:latin typeface="Arial"/>
              </a:rPr>
              <a:t>Click to edit the title text format</a:t>
            </a:r>
          </a:p>
        </p:txBody>
      </p:sp>
      <p:sp>
        <p:nvSpPr>
          <p:cNvPr id="41" name="PlaceHolder 2"/>
          <p:cNvSpPr>
            <a:spLocks noGrp="1"/>
          </p:cNvSpPr>
          <p:nvPr>
            <p:ph type="body"/>
          </p:nvPr>
        </p:nvSpPr>
        <p:spPr>
          <a:xfrm>
            <a:off x="609600" y="1604520"/>
            <a:ext cx="10972320" cy="3977280"/>
          </a:xfrm>
          <a:prstGeom prst="rect">
            <a:avLst/>
          </a:prstGeom>
        </p:spPr>
        <p:txBody>
          <a:bodyPr lIns="0" tIns="0" rIns="0" bIns="0">
            <a:normAutofit/>
          </a:bodyPr>
          <a:lstStyle/>
          <a:p>
            <a:pPr marL="432000" indent="-324000">
              <a:spcBef>
                <a:spcPts val="1417"/>
              </a:spcBef>
              <a:buClr>
                <a:srgbClr val="000000"/>
              </a:buClr>
              <a:buSzPct val="45000"/>
              <a:buFont typeface="Wingdings" charset="2"/>
              <a:buChar char=""/>
            </a:pPr>
            <a:r>
              <a:rPr lang="nl-NL" sz="2000" b="0" strike="noStrike" spc="-1">
                <a:solidFill>
                  <a:srgbClr val="000000"/>
                </a:solidFill>
                <a:latin typeface="Arial"/>
              </a:rPr>
              <a:t>Click to edit the outline text format</a:t>
            </a:r>
          </a:p>
          <a:p>
            <a:pPr marL="864000" lvl="1" indent="-324000">
              <a:spcBef>
                <a:spcPts val="1134"/>
              </a:spcBef>
              <a:buClr>
                <a:srgbClr val="000000"/>
              </a:buClr>
              <a:buSzPct val="75000"/>
              <a:buFont typeface="Symbol" charset="2"/>
              <a:buChar char=""/>
            </a:pPr>
            <a:r>
              <a:rPr lang="nl-NL" sz="1800" b="0" strike="noStrike" spc="-1">
                <a:solidFill>
                  <a:srgbClr val="000000"/>
                </a:solidFill>
                <a:latin typeface="Arial"/>
              </a:rPr>
              <a:t>Second Outline Level</a:t>
            </a:r>
          </a:p>
          <a:p>
            <a:pPr marL="1296000" lvl="2" indent="-288000">
              <a:spcBef>
                <a:spcPts val="850"/>
              </a:spcBef>
              <a:buClr>
                <a:srgbClr val="000000"/>
              </a:buClr>
              <a:buSzPct val="45000"/>
              <a:buFont typeface="Wingdings" charset="2"/>
              <a:buChar char=""/>
            </a:pPr>
            <a:r>
              <a:rPr lang="nl-NL" sz="1600" b="0" strike="noStrike" spc="-1">
                <a:solidFill>
                  <a:srgbClr val="000000"/>
                </a:solidFill>
                <a:latin typeface="Arial"/>
              </a:rPr>
              <a:t>Third Outline Level</a:t>
            </a:r>
          </a:p>
          <a:p>
            <a:pPr marL="1728000" lvl="3" indent="-216000">
              <a:spcBef>
                <a:spcPts val="567"/>
              </a:spcBef>
              <a:buClr>
                <a:srgbClr val="000000"/>
              </a:buClr>
              <a:buSzPct val="75000"/>
              <a:buFont typeface="Symbol" charset="2"/>
              <a:buChar char=""/>
            </a:pPr>
            <a:r>
              <a:rPr lang="nl-NL" sz="1400" b="0" strike="noStrike" spc="-1">
                <a:solidFill>
                  <a:srgbClr val="000000"/>
                </a:solidFill>
                <a:latin typeface="Arial"/>
              </a:rPr>
              <a:t>Fourth Outline Level</a:t>
            </a:r>
          </a:p>
          <a:p>
            <a:pPr marL="2160000" lvl="4" indent="-216000">
              <a:spcBef>
                <a:spcPts val="283"/>
              </a:spcBef>
              <a:buClr>
                <a:srgbClr val="000000"/>
              </a:buClr>
              <a:buSzPct val="45000"/>
              <a:buFont typeface="Wingdings" charset="2"/>
              <a:buChar char=""/>
            </a:pPr>
            <a:r>
              <a:rPr lang="nl-NL" sz="2000" b="0" strike="noStrike" spc="-1">
                <a:solidFill>
                  <a:srgbClr val="000000"/>
                </a:solidFill>
                <a:latin typeface="Arial"/>
              </a:rPr>
              <a:t>Fifth Outline Level</a:t>
            </a:r>
          </a:p>
          <a:p>
            <a:pPr marL="2592000" lvl="5" indent="-216000">
              <a:spcBef>
                <a:spcPts val="283"/>
              </a:spcBef>
              <a:buClr>
                <a:srgbClr val="000000"/>
              </a:buClr>
              <a:buSzPct val="45000"/>
              <a:buFont typeface="Wingdings" charset="2"/>
              <a:buChar char=""/>
            </a:pPr>
            <a:r>
              <a:rPr lang="nl-NL" sz="2000" b="0" strike="noStrike" spc="-1">
                <a:solidFill>
                  <a:srgbClr val="000000"/>
                </a:solidFill>
                <a:latin typeface="Arial"/>
              </a:rPr>
              <a:t>Sixth Outline Level</a:t>
            </a:r>
          </a:p>
          <a:p>
            <a:pPr marL="3024000" lvl="6" indent="-216000">
              <a:spcBef>
                <a:spcPts val="283"/>
              </a:spcBef>
              <a:buClr>
                <a:srgbClr val="000000"/>
              </a:buClr>
              <a:buSzPct val="45000"/>
              <a:buFont typeface="Wingdings" charset="2"/>
              <a:buChar char=""/>
            </a:pPr>
            <a:r>
              <a:rPr lang="nl-NL" sz="2000" b="0" strike="noStrike" spc="-1">
                <a:solidFill>
                  <a:srgbClr val="000000"/>
                </a:solidFill>
                <a:latin typeface="Arial"/>
              </a:rPr>
              <a:t>Seventh Outline Level</a:t>
            </a:r>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 id="2147483700" r:id="rId13"/>
    <p:sldLayoutId id="2147483701"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432000" indent="-324000" algn="l" defTabSz="914400" rtl="0" eaLnBrk="1" latinLnBrk="0" hangingPunct="1">
        <a:lnSpc>
          <a:spcPct val="90000"/>
        </a:lnSpc>
        <a:spcBef>
          <a:spcPts val="1417"/>
        </a:spcBef>
        <a:buClr>
          <a:srgbClr val="000000"/>
        </a:buClr>
        <a:buSzPct val="45000"/>
        <a:buFont typeface="Wingdings" charset="2"/>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blipFill rotWithShape="0">
          <a:blip r:embed="rId14"/>
          <a:stretch/>
        </a:blipFill>
        <a:effectLst/>
      </p:bgPr>
    </p:bg>
    <p:spTree>
      <p:nvGrpSpPr>
        <p:cNvPr id="1" name=""/>
        <p:cNvGrpSpPr/>
        <p:nvPr/>
      </p:nvGrpSpPr>
      <p:grpSpPr>
        <a:xfrm>
          <a:off x="0" y="0"/>
          <a:ext cx="0" cy="0"/>
          <a:chOff x="0" y="0"/>
          <a:chExt cx="0" cy="0"/>
        </a:xfrm>
      </p:grpSpPr>
      <p:sp>
        <p:nvSpPr>
          <p:cNvPr id="78" name="PlaceHolder 1"/>
          <p:cNvSpPr>
            <a:spLocks noGrp="1"/>
          </p:cNvSpPr>
          <p:nvPr>
            <p:ph type="title"/>
          </p:nvPr>
        </p:nvSpPr>
        <p:spPr>
          <a:xfrm>
            <a:off x="609600" y="944640"/>
            <a:ext cx="10972320" cy="1142640"/>
          </a:xfrm>
          <a:prstGeom prst="rect">
            <a:avLst/>
          </a:prstGeom>
        </p:spPr>
        <p:txBody>
          <a:bodyPr anchor="ctr">
            <a:noAutofit/>
          </a:bodyPr>
          <a:lstStyle/>
          <a:p>
            <a:pPr>
              <a:lnSpc>
                <a:spcPct val="100000"/>
              </a:lnSpc>
            </a:pPr>
            <a:r>
              <a:rPr lang="en-US" sz="3200" b="0" strike="noStrike" cap="all" spc="-1">
                <a:solidFill>
                  <a:srgbClr val="25167A"/>
                </a:solidFill>
                <a:latin typeface="Arial"/>
                <a:ea typeface="ＭＳ Ｐゴシック"/>
              </a:rPr>
              <a:t>Click to edit Master title style</a:t>
            </a:r>
            <a:endParaRPr lang="nl-NL" sz="3200" b="0" strike="noStrike" spc="-1">
              <a:solidFill>
                <a:srgbClr val="000000"/>
              </a:solidFill>
              <a:latin typeface="Arial"/>
            </a:endParaRPr>
          </a:p>
        </p:txBody>
      </p:sp>
      <p:sp>
        <p:nvSpPr>
          <p:cNvPr id="79" name="PlaceHolder 2"/>
          <p:cNvSpPr>
            <a:spLocks noGrp="1"/>
          </p:cNvSpPr>
          <p:nvPr>
            <p:ph type="body"/>
          </p:nvPr>
        </p:nvSpPr>
        <p:spPr>
          <a:xfrm>
            <a:off x="609600" y="2086920"/>
            <a:ext cx="10972320" cy="4038840"/>
          </a:xfrm>
          <a:prstGeom prst="rect">
            <a:avLst/>
          </a:prstGeom>
        </p:spPr>
        <p:txBody>
          <a:bodyPr>
            <a:normAutofit/>
          </a:bodyPr>
          <a:lstStyle/>
          <a:p>
            <a:pPr marL="342000" indent="-341640">
              <a:lnSpc>
                <a:spcPct val="100000"/>
              </a:lnSpc>
              <a:spcBef>
                <a:spcPts val="400"/>
              </a:spcBef>
              <a:buClr>
                <a:srgbClr val="000000"/>
              </a:buClr>
              <a:buFont typeface="Arial"/>
              <a:buChar char="•"/>
            </a:pPr>
            <a:r>
              <a:rPr lang="en-US" sz="2000" b="0" strike="noStrike" spc="-1">
                <a:solidFill>
                  <a:srgbClr val="000000"/>
                </a:solidFill>
                <a:latin typeface="Arial"/>
                <a:ea typeface="ＭＳ Ｐゴシック"/>
              </a:rPr>
              <a:t>Edit Master text styles</a:t>
            </a:r>
            <a:endParaRPr lang="nl-NL" sz="2000" b="0" strike="noStrike" spc="-1">
              <a:solidFill>
                <a:srgbClr val="000000"/>
              </a:solidFill>
              <a:latin typeface="Arial"/>
            </a:endParaRPr>
          </a:p>
          <a:p>
            <a:pPr marL="628560" lvl="1" indent="-285480">
              <a:lnSpc>
                <a:spcPct val="100000"/>
              </a:lnSpc>
              <a:spcBef>
                <a:spcPts val="360"/>
              </a:spcBef>
              <a:buClr>
                <a:srgbClr val="000000"/>
              </a:buClr>
              <a:buFont typeface="Arial"/>
              <a:buChar char="•"/>
            </a:pPr>
            <a:r>
              <a:rPr lang="en-US" sz="1800" b="0" strike="noStrike" spc="-1">
                <a:solidFill>
                  <a:srgbClr val="000000"/>
                </a:solidFill>
                <a:latin typeface="Arial"/>
                <a:ea typeface="ＭＳ Ｐゴシック"/>
              </a:rPr>
              <a:t>Second level</a:t>
            </a:r>
            <a:endParaRPr lang="nl-NL" sz="1800" b="0" strike="noStrike" spc="-1">
              <a:solidFill>
                <a:srgbClr val="000000"/>
              </a:solidFill>
              <a:latin typeface="Arial"/>
            </a:endParaRPr>
          </a:p>
          <a:p>
            <a:pPr marL="896760" lvl="2" indent="-285480">
              <a:lnSpc>
                <a:spcPct val="100000"/>
              </a:lnSpc>
              <a:spcBef>
                <a:spcPts val="320"/>
              </a:spcBef>
              <a:buClr>
                <a:srgbClr val="000000"/>
              </a:buClr>
              <a:buFont typeface="Arial"/>
              <a:buChar char="•"/>
            </a:pPr>
            <a:r>
              <a:rPr lang="en-US" sz="1600" b="0" strike="noStrike" spc="-1">
                <a:solidFill>
                  <a:srgbClr val="000000"/>
                </a:solidFill>
                <a:latin typeface="Arial"/>
                <a:ea typeface="ＭＳ Ｐゴシック"/>
              </a:rPr>
              <a:t>Third level</a:t>
            </a:r>
            <a:endParaRPr lang="nl-NL" sz="1600" b="0" strike="noStrike" spc="-1">
              <a:solidFill>
                <a:srgbClr val="000000"/>
              </a:solidFill>
              <a:latin typeface="Arial"/>
            </a:endParaRPr>
          </a:p>
          <a:p>
            <a:pPr marL="1255680" lvl="3" indent="-285480">
              <a:lnSpc>
                <a:spcPct val="100000"/>
              </a:lnSpc>
              <a:spcBef>
                <a:spcPts val="281"/>
              </a:spcBef>
              <a:buClr>
                <a:srgbClr val="000000"/>
              </a:buClr>
              <a:buFont typeface="Arial"/>
              <a:buChar char="•"/>
            </a:pPr>
            <a:r>
              <a:rPr lang="en-US" sz="1400" b="0" strike="noStrike" spc="-1">
                <a:solidFill>
                  <a:srgbClr val="000000"/>
                </a:solidFill>
                <a:latin typeface="Arial"/>
                <a:ea typeface="ＭＳ Ｐゴシック"/>
              </a:rPr>
              <a:t>Fourth level</a:t>
            </a:r>
            <a:endParaRPr lang="nl-NL" sz="1400" b="0" strike="noStrike" spc="-1">
              <a:solidFill>
                <a:srgbClr val="000000"/>
              </a:solidFill>
              <a:latin typeface="Arial"/>
            </a:endParaRPr>
          </a:p>
          <a:p>
            <a:pPr marL="1612800" lvl="4" indent="-285480">
              <a:lnSpc>
                <a:spcPct val="100000"/>
              </a:lnSpc>
              <a:spcBef>
                <a:spcPts val="281"/>
              </a:spcBef>
              <a:buClr>
                <a:srgbClr val="000000"/>
              </a:buClr>
              <a:buFont typeface="Arial"/>
              <a:buChar char="•"/>
            </a:pPr>
            <a:r>
              <a:rPr lang="en-US" sz="1400" b="0" strike="noStrike" spc="-1">
                <a:solidFill>
                  <a:srgbClr val="000000"/>
                </a:solidFill>
                <a:latin typeface="Arial"/>
                <a:ea typeface="ＭＳ Ｐゴシック"/>
              </a:rPr>
              <a:t>Fifth level</a:t>
            </a:r>
            <a:endParaRPr lang="nl-NL" sz="1400" b="0" strike="noStrike" spc="-1">
              <a:solidFill>
                <a:srgbClr val="000000"/>
              </a:solidFill>
              <a:latin typeface="Arial"/>
            </a:endParaRPr>
          </a:p>
        </p:txBody>
      </p:sp>
      <p:sp>
        <p:nvSpPr>
          <p:cNvPr id="80" name="PlaceHolder 3"/>
          <p:cNvSpPr>
            <a:spLocks noGrp="1"/>
          </p:cNvSpPr>
          <p:nvPr>
            <p:ph type="ftr"/>
          </p:nvPr>
        </p:nvSpPr>
        <p:spPr>
          <a:xfrm>
            <a:off x="609600" y="6124680"/>
            <a:ext cx="3860160" cy="364680"/>
          </a:xfrm>
          <a:prstGeom prst="rect">
            <a:avLst/>
          </a:prstGeom>
        </p:spPr>
        <p:txBody>
          <a:bodyPr anchor="ctr">
            <a:noAutofit/>
          </a:bodyPr>
          <a:lstStyle/>
          <a:p>
            <a:endParaRPr lang="en-US" sz="2400" b="0" strike="noStrike" spc="-1">
              <a:latin typeface="Calibri"/>
            </a:endParaRPr>
          </a:p>
        </p:txBody>
      </p:sp>
      <p:sp>
        <p:nvSpPr>
          <p:cNvPr id="81" name="PlaceHolder 4"/>
          <p:cNvSpPr>
            <a:spLocks noGrp="1"/>
          </p:cNvSpPr>
          <p:nvPr>
            <p:ph type="sldNum"/>
          </p:nvPr>
        </p:nvSpPr>
        <p:spPr>
          <a:xfrm>
            <a:off x="11006880" y="6124680"/>
            <a:ext cx="835680" cy="364680"/>
          </a:xfrm>
          <a:prstGeom prst="rect">
            <a:avLst/>
          </a:prstGeom>
        </p:spPr>
        <p:txBody>
          <a:bodyPr anchor="ctr">
            <a:noAutofit/>
          </a:bodyPr>
          <a:lstStyle/>
          <a:p>
            <a:pPr algn="r">
              <a:lnSpc>
                <a:spcPct val="100000"/>
              </a:lnSpc>
            </a:pPr>
            <a:fld id="{ACFC50FE-F2EF-4086-AAE2-274888D6A3EA}" type="slidenum">
              <a:rPr lang="nl-NL" sz="1000" b="0" strike="noStrike" spc="-1">
                <a:solidFill>
                  <a:srgbClr val="FFFFFF"/>
                </a:solidFill>
                <a:latin typeface="Arial"/>
                <a:ea typeface="Arial"/>
              </a:rPr>
              <a:t>‹nr.›</a:t>
            </a:fld>
            <a:endParaRPr lang="en-US" sz="1000" b="0" strike="noStrike" spc="-1">
              <a:latin typeface="Calibri"/>
            </a:endParaRPr>
          </a:p>
        </p:txBody>
      </p:sp>
    </p:spTree>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342000" indent="-341640" algn="l" defTabSz="914400" rtl="0" eaLnBrk="1" latinLnBrk="0" hangingPunct="1">
        <a:lnSpc>
          <a:spcPct val="100000"/>
        </a:lnSpc>
        <a:spcBef>
          <a:spcPts val="400"/>
        </a:spcBef>
        <a:buClr>
          <a:srgbClr val="000000"/>
        </a:buClr>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image" Target="../media/image5.jpeg"/><Relationship Id="rId3"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8.jpeg"/><Relationship Id="rId3" Type="http://schemas.openxmlformats.org/officeDocument/2006/relationships/hyperlink" Target="https://devopedia.org/exploratory-data-analysis" TargetMode="External"/><Relationship Id="rId4" Type="http://schemas.openxmlformats.org/officeDocument/2006/relationships/notesSlide" Target="../notesSlides/notesSlide1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 Id="rId3" Type="http://schemas.openxmlformats.org/officeDocument/2006/relationships/hyperlink" Target="https://docs.scipy.org/doc/numpy-1.10.4/reference/generated/numpy.random.choice.html" TargetMode="Externa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6.png"/><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image" Target="../media/image20.png"/><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image" Target="../media/image2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3" name="CustomShape 1"/>
          <p:cNvSpPr/>
          <p:nvPr/>
        </p:nvSpPr>
        <p:spPr>
          <a:xfrm>
            <a:off x="0" y="360"/>
            <a:ext cx="12192000" cy="6857280"/>
          </a:xfrm>
          <a:prstGeom prst="rect">
            <a:avLst/>
          </a:prstGeom>
          <a:solidFill>
            <a:schemeClr val="tx2">
              <a:lumMod val="60000"/>
              <a:lumOff val="40000"/>
            </a:schemeClr>
          </a:solidFill>
          <a:ln>
            <a:noFill/>
          </a:ln>
          <a:effectLst>
            <a:outerShdw blurRad="4000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a:lstStyle/>
          <a:p>
            <a:endParaRPr lang="nl-NL"/>
          </a:p>
        </p:txBody>
      </p:sp>
      <p:sp>
        <p:nvSpPr>
          <p:cNvPr id="204" name="CustomShape 2"/>
          <p:cNvSpPr/>
          <p:nvPr/>
        </p:nvSpPr>
        <p:spPr>
          <a:xfrm>
            <a:off x="3433080" y="1941121"/>
            <a:ext cx="7196760" cy="3399477"/>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4300" spc="-1" dirty="0">
                <a:solidFill>
                  <a:srgbClr val="FFFFFF"/>
                </a:solidFill>
                <a:latin typeface="Bernard MT Condensed"/>
                <a:ea typeface="ＭＳ Ｐゴシック"/>
              </a:rPr>
              <a:t>Exploratory Data Analysis</a:t>
            </a:r>
          </a:p>
          <a:p>
            <a:pPr>
              <a:lnSpc>
                <a:spcPct val="100000"/>
              </a:lnSpc>
            </a:pPr>
            <a:r>
              <a:rPr lang="en-US" sz="4300" spc="-1" dirty="0">
                <a:solidFill>
                  <a:srgbClr val="FFFFFF"/>
                </a:solidFill>
                <a:latin typeface="Bernard MT Condensed"/>
                <a:ea typeface="ＭＳ Ｐゴシック"/>
              </a:rPr>
              <a:t>(</a:t>
            </a:r>
            <a:r>
              <a:rPr lang="en-US" sz="4300" spc="-1" dirty="0" err="1">
                <a:solidFill>
                  <a:srgbClr val="FFFFFF"/>
                </a:solidFill>
                <a:latin typeface="Bernard MT Condensed"/>
                <a:ea typeface="ＭＳ Ｐゴシック"/>
              </a:rPr>
              <a:t>Dataverkenning</a:t>
            </a:r>
            <a:r>
              <a:rPr lang="en-US" sz="4300" spc="-1" dirty="0">
                <a:solidFill>
                  <a:srgbClr val="FFFFFF"/>
                </a:solidFill>
                <a:latin typeface="Bernard MT Condensed"/>
                <a:ea typeface="ＭＳ Ｐゴシック"/>
              </a:rPr>
              <a:t>) </a:t>
            </a:r>
          </a:p>
          <a:p>
            <a:pPr>
              <a:lnSpc>
                <a:spcPct val="100000"/>
              </a:lnSpc>
            </a:pPr>
            <a:endParaRPr lang="en-US" sz="4300" spc="-1" dirty="0">
              <a:solidFill>
                <a:srgbClr val="FFFFFF"/>
              </a:solidFill>
              <a:latin typeface="Bernard MT Condensed"/>
              <a:ea typeface="ＭＳ Ｐゴシック"/>
            </a:endParaRPr>
          </a:p>
          <a:p>
            <a:pPr>
              <a:lnSpc>
                <a:spcPct val="100000"/>
              </a:lnSpc>
            </a:pPr>
            <a:endParaRPr lang="en-US" sz="4300" spc="-1" dirty="0">
              <a:solidFill>
                <a:srgbClr val="FFFFFF"/>
              </a:solidFill>
              <a:latin typeface="Bernard MT Condensed"/>
              <a:ea typeface="ＭＳ Ｐゴシック"/>
            </a:endParaRPr>
          </a:p>
          <a:p>
            <a:pPr>
              <a:lnSpc>
                <a:spcPct val="100000"/>
              </a:lnSpc>
            </a:pPr>
            <a:r>
              <a:rPr lang="en-US" sz="4300" spc="-1" dirty="0">
                <a:solidFill>
                  <a:srgbClr val="FFFFFF"/>
                </a:solidFill>
                <a:latin typeface="Bernard MT Condensed"/>
                <a:ea typeface="ＭＳ Ｐゴシック"/>
              </a:rPr>
              <a:t>W…H….Y</a:t>
            </a:r>
            <a:endParaRPr lang="en-US" sz="4300" spc="-1" dirty="0">
              <a:latin typeface="Calibri"/>
            </a:endParaRPr>
          </a:p>
        </p:txBody>
      </p:sp>
    </p:spTree>
    <p:extLst>
      <p:ext uri="{BB962C8B-B14F-4D97-AF65-F5344CB8AC3E}">
        <p14:creationId xmlns:p14="http://schemas.microsoft.com/office/powerpoint/2010/main" val="10891993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 name="CustomShape 1"/>
          <p:cNvSpPr/>
          <p:nvPr/>
        </p:nvSpPr>
        <p:spPr>
          <a:xfrm>
            <a:off x="2571750" y="978795"/>
            <a:ext cx="8505825" cy="5679180"/>
          </a:xfrm>
          <a:prstGeom prst="rect">
            <a:avLst/>
          </a:prstGeom>
          <a:solidFill>
            <a:schemeClr val="bg1"/>
          </a:solidFill>
          <a:ln>
            <a:noFill/>
          </a:ln>
          <a:effectLst>
            <a:outerShdw blurRad="4000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a:lstStyle/>
          <a:p>
            <a:endParaRPr lang="nl-NL"/>
          </a:p>
        </p:txBody>
      </p:sp>
      <p:pic>
        <p:nvPicPr>
          <p:cNvPr id="246" name="Picture 3"/>
          <p:cNvPicPr/>
          <p:nvPr/>
        </p:nvPicPr>
        <p:blipFill>
          <a:blip r:embed="rId2"/>
          <a:srcRect r="3004"/>
          <a:stretch/>
        </p:blipFill>
        <p:spPr>
          <a:xfrm>
            <a:off x="1892280" y="844200"/>
            <a:ext cx="6507000" cy="5190840"/>
          </a:xfrm>
          <a:prstGeom prst="rect">
            <a:avLst/>
          </a:prstGeom>
          <a:ln>
            <a:noFill/>
          </a:ln>
        </p:spPr>
      </p:pic>
      <p:sp>
        <p:nvSpPr>
          <p:cNvPr id="247" name="CustomShape 2"/>
          <p:cNvSpPr/>
          <p:nvPr/>
        </p:nvSpPr>
        <p:spPr>
          <a:xfrm>
            <a:off x="4011240" y="1300680"/>
            <a:ext cx="1016640" cy="1016640"/>
          </a:xfrm>
          <a:prstGeom prst="ellipse">
            <a:avLst/>
          </a:prstGeom>
          <a:solidFill>
            <a:schemeClr val="accent3">
              <a:lumMod val="75000"/>
              <a:alpha val="65000"/>
            </a:schemeClr>
          </a:solidFill>
          <a:ln>
            <a:noFill/>
          </a:ln>
          <a:effectLst>
            <a:outerShdw blurRad="4000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a:lstStyle/>
          <a:p>
            <a:endParaRPr lang="nl-NL"/>
          </a:p>
        </p:txBody>
      </p:sp>
      <p:sp>
        <p:nvSpPr>
          <p:cNvPr id="248" name="CustomShape 3"/>
          <p:cNvSpPr/>
          <p:nvPr/>
        </p:nvSpPr>
        <p:spPr>
          <a:xfrm>
            <a:off x="5425320" y="2018160"/>
            <a:ext cx="1016640" cy="1016640"/>
          </a:xfrm>
          <a:prstGeom prst="ellipse">
            <a:avLst/>
          </a:prstGeom>
          <a:solidFill>
            <a:srgbClr val="FFFF00">
              <a:alpha val="65000"/>
            </a:srgbClr>
          </a:solidFill>
          <a:ln>
            <a:noFill/>
          </a:ln>
          <a:effectLst>
            <a:outerShdw blurRad="4000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a:lstStyle/>
          <a:p>
            <a:endParaRPr lang="nl-NL"/>
          </a:p>
        </p:txBody>
      </p:sp>
      <p:sp>
        <p:nvSpPr>
          <p:cNvPr id="249" name="CustomShape 4"/>
          <p:cNvSpPr/>
          <p:nvPr/>
        </p:nvSpPr>
        <p:spPr>
          <a:xfrm>
            <a:off x="6982320" y="2450160"/>
            <a:ext cx="1695960" cy="2386800"/>
          </a:xfrm>
          <a:prstGeom prst="leftBrace">
            <a:avLst>
              <a:gd name="adj1" fmla="val 20678"/>
              <a:gd name="adj2" fmla="val 50000"/>
            </a:avLst>
          </a:prstGeom>
          <a:noFill/>
          <a:ln>
            <a:round/>
          </a:ln>
          <a:effectLst>
            <a:outerShdw blurRad="40000" dist="20160" dir="5400000" rotWithShape="0">
              <a:srgbClr val="000000">
                <a:alpha val="38000"/>
              </a:srgbClr>
            </a:outerShdw>
          </a:effectLst>
        </p:spPr>
        <p:style>
          <a:lnRef idx="2">
            <a:schemeClr val="accent1"/>
          </a:lnRef>
          <a:fillRef idx="0">
            <a:schemeClr val="accent1"/>
          </a:fillRef>
          <a:effectRef idx="1">
            <a:schemeClr val="accent1"/>
          </a:effectRef>
          <a:fontRef idx="minor"/>
        </p:style>
        <p:txBody>
          <a:bodyPr/>
          <a:lstStyle/>
          <a:p>
            <a:endParaRPr lang="nl-NL"/>
          </a:p>
        </p:txBody>
      </p:sp>
      <p:sp>
        <p:nvSpPr>
          <p:cNvPr id="250" name="CustomShape 5"/>
          <p:cNvSpPr/>
          <p:nvPr/>
        </p:nvSpPr>
        <p:spPr>
          <a:xfrm>
            <a:off x="8084460" y="2753084"/>
            <a:ext cx="2268360" cy="1752872"/>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nl-NL" spc="-1" dirty="0">
                <a:solidFill>
                  <a:srgbClr val="000000"/>
                </a:solidFill>
                <a:latin typeface="Calibri"/>
              </a:rPr>
              <a:t>Feitelijk zijn we in een soort tussenfase beland waar we wel data hebben maar nog geen inzicht of de data goed genoeg is</a:t>
            </a:r>
            <a:endParaRPr lang="en-US" spc="-1" dirty="0">
              <a:latin typeface="Calibri"/>
            </a:endParaRPr>
          </a:p>
        </p:txBody>
      </p:sp>
    </p:spTree>
    <p:extLst>
      <p:ext uri="{BB962C8B-B14F-4D97-AF65-F5344CB8AC3E}">
        <p14:creationId xmlns:p14="http://schemas.microsoft.com/office/powerpoint/2010/main" val="16891628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1" name="TextShape 1"/>
          <p:cNvSpPr txBox="1"/>
          <p:nvPr/>
        </p:nvSpPr>
        <p:spPr>
          <a:xfrm>
            <a:off x="1981200" y="944640"/>
            <a:ext cx="8229240" cy="1142640"/>
          </a:xfrm>
          <a:prstGeom prst="rect">
            <a:avLst/>
          </a:prstGeom>
          <a:noFill/>
          <a:ln>
            <a:noFill/>
          </a:ln>
        </p:spPr>
        <p:txBody>
          <a:bodyPr anchor="ctr">
            <a:noAutofit/>
          </a:bodyPr>
          <a:lstStyle/>
          <a:p>
            <a:pPr>
              <a:lnSpc>
                <a:spcPct val="100000"/>
              </a:lnSpc>
            </a:pPr>
            <a:r>
              <a:rPr lang="nl-NL" sz="3200" cap="all" spc="-1">
                <a:solidFill>
                  <a:srgbClr val="25167A"/>
                </a:solidFill>
                <a:latin typeface="Arial"/>
                <a:ea typeface="ＭＳ Ｐゴシック"/>
              </a:rPr>
              <a:t>Information overload</a:t>
            </a:r>
            <a:endParaRPr lang="nl-NL" sz="3200" spc="-1">
              <a:solidFill>
                <a:srgbClr val="000000"/>
              </a:solidFill>
              <a:latin typeface="Arial"/>
            </a:endParaRPr>
          </a:p>
        </p:txBody>
      </p:sp>
      <p:sp>
        <p:nvSpPr>
          <p:cNvPr id="292" name="TextShape 2"/>
          <p:cNvSpPr txBox="1"/>
          <p:nvPr/>
        </p:nvSpPr>
        <p:spPr>
          <a:xfrm>
            <a:off x="1981200" y="2086920"/>
            <a:ext cx="8229240" cy="4038840"/>
          </a:xfrm>
          <a:prstGeom prst="rect">
            <a:avLst/>
          </a:prstGeom>
          <a:noFill/>
          <a:ln w="9360">
            <a:noFill/>
          </a:ln>
        </p:spPr>
        <p:txBody>
          <a:bodyPr>
            <a:noAutofit/>
          </a:bodyPr>
          <a:lstStyle/>
          <a:p>
            <a:pPr marL="342000" indent="-341640">
              <a:spcBef>
                <a:spcPts val="400"/>
              </a:spcBef>
              <a:buClr>
                <a:srgbClr val="000000"/>
              </a:buClr>
              <a:buFont typeface="Arial"/>
              <a:buChar char="•"/>
            </a:pPr>
            <a:r>
              <a:rPr lang="nl-NL" sz="2000" spc="-1" dirty="0">
                <a:solidFill>
                  <a:srgbClr val="000000"/>
                </a:solidFill>
                <a:latin typeface="Arial"/>
                <a:ea typeface="ＭＳ Ｐゴシック"/>
              </a:rPr>
              <a:t>Mensen zijn notoir slecht in het beoordelen van zeer kleine of zeer grote getallen.</a:t>
            </a:r>
          </a:p>
          <a:p>
            <a:pPr marL="342000" indent="-341640">
              <a:spcBef>
                <a:spcPts val="400"/>
              </a:spcBef>
              <a:buClr>
                <a:srgbClr val="000000"/>
              </a:buClr>
              <a:buFont typeface="Arial"/>
              <a:buChar char="•"/>
            </a:pPr>
            <a:endParaRPr lang="nl-NL" sz="2000" spc="-1" dirty="0">
              <a:solidFill>
                <a:srgbClr val="000000"/>
              </a:solidFill>
              <a:latin typeface="Arial"/>
              <a:ea typeface="ＭＳ Ｐゴシック"/>
            </a:endParaRPr>
          </a:p>
          <a:p>
            <a:pPr marL="342000" indent="-341640">
              <a:spcBef>
                <a:spcPts val="400"/>
              </a:spcBef>
              <a:buClr>
                <a:srgbClr val="000000"/>
              </a:buClr>
              <a:buFont typeface="Arial"/>
              <a:buChar char="•"/>
            </a:pPr>
            <a:r>
              <a:rPr lang="nl-NL" sz="2000" spc="-1" dirty="0">
                <a:solidFill>
                  <a:srgbClr val="000000"/>
                </a:solidFill>
                <a:latin typeface="Arial"/>
                <a:ea typeface="ＭＳ Ｐゴシック"/>
              </a:rPr>
              <a:t>Gebruik de visuele verwerkingskracht van onze hersenen -&gt; visuele informatie stroomt moeiteloos binnen. </a:t>
            </a:r>
          </a:p>
          <a:p>
            <a:pPr marL="342000" indent="-341640">
              <a:spcBef>
                <a:spcPts val="400"/>
              </a:spcBef>
              <a:buClr>
                <a:srgbClr val="000000"/>
              </a:buClr>
              <a:buFont typeface="Arial"/>
              <a:buChar char="•"/>
            </a:pPr>
            <a:endParaRPr lang="nl-NL" sz="2000" spc="-1" dirty="0">
              <a:solidFill>
                <a:srgbClr val="000000"/>
              </a:solidFill>
              <a:latin typeface="Arial"/>
              <a:ea typeface="ＭＳ Ｐゴシック"/>
            </a:endParaRPr>
          </a:p>
          <a:p>
            <a:pPr marL="342000" indent="-341640">
              <a:spcBef>
                <a:spcPts val="400"/>
              </a:spcBef>
              <a:buClr>
                <a:srgbClr val="000000"/>
              </a:buClr>
              <a:buFont typeface="Arial"/>
              <a:buChar char="•"/>
            </a:pPr>
            <a:r>
              <a:rPr lang="nl-NL" sz="2000" spc="-1" dirty="0">
                <a:solidFill>
                  <a:srgbClr val="000000"/>
                </a:solidFill>
                <a:latin typeface="Arial"/>
                <a:ea typeface="ＭＳ Ｐゴシック"/>
              </a:rPr>
              <a:t>Kenniscompressie -&gt; enorme hoeveelheid informatie effectief samenvatten</a:t>
            </a:r>
          </a:p>
        </p:txBody>
      </p:sp>
      <p:sp>
        <p:nvSpPr>
          <p:cNvPr id="293" name="TextShape 3"/>
          <p:cNvSpPr txBox="1"/>
          <p:nvPr/>
        </p:nvSpPr>
        <p:spPr>
          <a:xfrm>
            <a:off x="9779160" y="6124680"/>
            <a:ext cx="626760" cy="364680"/>
          </a:xfrm>
          <a:prstGeom prst="rect">
            <a:avLst/>
          </a:prstGeom>
          <a:noFill/>
          <a:ln>
            <a:noFill/>
          </a:ln>
        </p:spPr>
        <p:txBody>
          <a:bodyPr anchor="ctr">
            <a:noAutofit/>
          </a:bodyPr>
          <a:lstStyle/>
          <a:p>
            <a:pPr algn="r">
              <a:lnSpc>
                <a:spcPct val="100000"/>
              </a:lnSpc>
            </a:pPr>
            <a:fld id="{B3A362C6-99A3-45AC-9075-F71C0CAC10BF}" type="slidenum">
              <a:rPr lang="nl-NL" sz="1000" spc="-1">
                <a:solidFill>
                  <a:srgbClr val="FFFFFF"/>
                </a:solidFill>
                <a:latin typeface="Arial"/>
                <a:ea typeface="Arial"/>
              </a:rPr>
              <a:t>3</a:t>
            </a:fld>
            <a:endParaRPr lang="en-US" sz="1000" spc="-1">
              <a:latin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4" name="TextShape 1"/>
          <p:cNvSpPr txBox="1"/>
          <p:nvPr/>
        </p:nvSpPr>
        <p:spPr>
          <a:xfrm>
            <a:off x="1981200" y="944640"/>
            <a:ext cx="8229240" cy="1142640"/>
          </a:xfrm>
          <a:prstGeom prst="rect">
            <a:avLst/>
          </a:prstGeom>
          <a:noFill/>
          <a:ln>
            <a:noFill/>
          </a:ln>
        </p:spPr>
        <p:txBody>
          <a:bodyPr anchor="ctr">
            <a:noAutofit/>
          </a:bodyPr>
          <a:lstStyle/>
          <a:p>
            <a:pPr>
              <a:lnSpc>
                <a:spcPct val="100000"/>
              </a:lnSpc>
            </a:pPr>
            <a:r>
              <a:rPr lang="nl-NL" sz="3200" cap="all" spc="-1" dirty="0">
                <a:solidFill>
                  <a:srgbClr val="25167A"/>
                </a:solidFill>
                <a:latin typeface="Arial"/>
                <a:ea typeface="ＭＳ Ｐゴシック"/>
              </a:rPr>
              <a:t>Hoe doe je EDA?</a:t>
            </a:r>
            <a:endParaRPr lang="nl-NL" sz="3200" spc="-1" dirty="0">
              <a:solidFill>
                <a:srgbClr val="000000"/>
              </a:solidFill>
              <a:latin typeface="Arial"/>
            </a:endParaRPr>
          </a:p>
        </p:txBody>
      </p:sp>
      <p:sp>
        <p:nvSpPr>
          <p:cNvPr id="295" name="TextShape 2"/>
          <p:cNvSpPr txBox="1"/>
          <p:nvPr/>
        </p:nvSpPr>
        <p:spPr>
          <a:xfrm>
            <a:off x="1981200" y="2086920"/>
            <a:ext cx="8229240" cy="4038840"/>
          </a:xfrm>
          <a:prstGeom prst="rect">
            <a:avLst/>
          </a:prstGeom>
          <a:noFill/>
          <a:ln w="9360">
            <a:noFill/>
          </a:ln>
        </p:spPr>
        <p:txBody>
          <a:bodyPr>
            <a:normAutofit lnSpcReduction="10000"/>
          </a:bodyPr>
          <a:lstStyle/>
          <a:p>
            <a:pPr marL="291960" lvl="1" indent="-285480">
              <a:lnSpc>
                <a:spcPct val="150000"/>
              </a:lnSpc>
              <a:spcBef>
                <a:spcPts val="360"/>
              </a:spcBef>
              <a:buClr>
                <a:srgbClr val="000000"/>
              </a:buClr>
              <a:buFont typeface="Arial"/>
              <a:buChar char="•"/>
            </a:pPr>
            <a:r>
              <a:rPr lang="nl-NL" spc="-1" dirty="0">
                <a:solidFill>
                  <a:srgbClr val="000000"/>
                </a:solidFill>
                <a:latin typeface="Arial"/>
                <a:ea typeface="ＭＳ Ｐゴシック"/>
              </a:rPr>
              <a:t>Een beschrijving van de dataset krijgen (</a:t>
            </a:r>
            <a:r>
              <a:rPr lang="nl-NL" spc="-1" dirty="0" err="1">
                <a:solidFill>
                  <a:srgbClr val="000000"/>
                </a:solidFill>
                <a:latin typeface="Arial"/>
                <a:ea typeface="ＭＳ Ｐゴシック"/>
              </a:rPr>
              <a:t>describe</a:t>
            </a:r>
            <a:r>
              <a:rPr lang="nl-NL" spc="-1" dirty="0">
                <a:solidFill>
                  <a:srgbClr val="000000"/>
                </a:solidFill>
                <a:latin typeface="Arial"/>
                <a:ea typeface="ＭＳ Ｐゴシック"/>
              </a:rPr>
              <a:t>/info)</a:t>
            </a:r>
          </a:p>
          <a:p>
            <a:pPr marL="291960" lvl="1" indent="-285480">
              <a:lnSpc>
                <a:spcPct val="150000"/>
              </a:lnSpc>
              <a:spcBef>
                <a:spcPts val="360"/>
              </a:spcBef>
              <a:buClr>
                <a:srgbClr val="000000"/>
              </a:buClr>
              <a:buFont typeface="Arial"/>
              <a:buChar char="•"/>
            </a:pPr>
            <a:r>
              <a:rPr lang="nl-NL" spc="-1" dirty="0" err="1">
                <a:solidFill>
                  <a:srgbClr val="000000"/>
                </a:solidFill>
                <a:latin typeface="Arial"/>
                <a:ea typeface="ＭＳ Ｐゴシック"/>
              </a:rPr>
              <a:t>Univariate</a:t>
            </a:r>
            <a:r>
              <a:rPr lang="nl-NL" spc="-1" dirty="0">
                <a:solidFill>
                  <a:srgbClr val="000000"/>
                </a:solidFill>
                <a:latin typeface="Arial"/>
                <a:ea typeface="ＭＳ Ｐゴシック"/>
              </a:rPr>
              <a:t> analyse</a:t>
            </a:r>
          </a:p>
          <a:p>
            <a:pPr marL="749160" lvl="2" indent="-285480">
              <a:lnSpc>
                <a:spcPct val="150000"/>
              </a:lnSpc>
              <a:spcBef>
                <a:spcPts val="360"/>
              </a:spcBef>
              <a:buClr>
                <a:srgbClr val="000000"/>
              </a:buClr>
              <a:buFont typeface="Arial"/>
              <a:buChar char="•"/>
            </a:pPr>
            <a:r>
              <a:rPr lang="nl-NL" spc="-1" dirty="0">
                <a:solidFill>
                  <a:srgbClr val="000000"/>
                </a:solidFill>
                <a:latin typeface="Arial"/>
                <a:ea typeface="ＭＳ Ｐゴシック"/>
              </a:rPr>
              <a:t>Beschrijvende statistieken zoals aantal, unieke telling, ontbrekende waarden, uitschieters,</a:t>
            </a:r>
          </a:p>
          <a:p>
            <a:pPr marL="749160" lvl="2" indent="-285480">
              <a:lnSpc>
                <a:spcPct val="150000"/>
              </a:lnSpc>
              <a:spcBef>
                <a:spcPts val="360"/>
              </a:spcBef>
              <a:buClr>
                <a:srgbClr val="000000"/>
              </a:buClr>
              <a:buFont typeface="Arial"/>
              <a:buChar char="•"/>
            </a:pPr>
            <a:r>
              <a:rPr lang="nl-NL" spc="-1" dirty="0">
                <a:solidFill>
                  <a:srgbClr val="000000"/>
                </a:solidFill>
                <a:latin typeface="Arial"/>
                <a:ea typeface="ＭＳ Ｐゴシック"/>
              </a:rPr>
              <a:t>Categorische variabelen onderzoeken (tellingen)</a:t>
            </a:r>
          </a:p>
          <a:p>
            <a:pPr marL="749160" lvl="2" indent="-285480">
              <a:lnSpc>
                <a:spcPct val="150000"/>
              </a:lnSpc>
              <a:spcBef>
                <a:spcPts val="360"/>
              </a:spcBef>
              <a:buClr>
                <a:srgbClr val="000000"/>
              </a:buClr>
              <a:buFont typeface="Arial"/>
              <a:buChar char="•"/>
            </a:pPr>
            <a:r>
              <a:rPr lang="nl-NL" spc="-1" dirty="0">
                <a:solidFill>
                  <a:srgbClr val="000000"/>
                </a:solidFill>
                <a:latin typeface="Arial"/>
                <a:ea typeface="ＭＳ Ｐゴシック"/>
              </a:rPr>
              <a:t>Numerieke variabelen onderzoeken (verdelingen)</a:t>
            </a:r>
          </a:p>
          <a:p>
            <a:pPr marL="291960" lvl="1" indent="-285480">
              <a:lnSpc>
                <a:spcPct val="150000"/>
              </a:lnSpc>
              <a:spcBef>
                <a:spcPts val="360"/>
              </a:spcBef>
              <a:buClr>
                <a:srgbClr val="000000"/>
              </a:buClr>
              <a:buFont typeface="Arial"/>
              <a:buChar char="•"/>
            </a:pPr>
            <a:r>
              <a:rPr lang="nl-NL" spc="-1" dirty="0" err="1">
                <a:solidFill>
                  <a:srgbClr val="000000"/>
                </a:solidFill>
                <a:latin typeface="Arial"/>
                <a:ea typeface="ＭＳ Ｐゴシック"/>
              </a:rPr>
              <a:t>Bivariate</a:t>
            </a:r>
            <a:r>
              <a:rPr lang="nl-NL" spc="-1" dirty="0">
                <a:solidFill>
                  <a:srgbClr val="000000"/>
                </a:solidFill>
                <a:latin typeface="Arial"/>
                <a:ea typeface="ＭＳ Ｐゴシック"/>
              </a:rPr>
              <a:t>/multivariate analyse</a:t>
            </a:r>
          </a:p>
          <a:p>
            <a:pPr marL="749160" lvl="2" indent="-285480">
              <a:lnSpc>
                <a:spcPct val="150000"/>
              </a:lnSpc>
              <a:spcBef>
                <a:spcPts val="360"/>
              </a:spcBef>
              <a:buClr>
                <a:srgbClr val="000000"/>
              </a:buClr>
              <a:buFont typeface="Arial"/>
              <a:buChar char="•"/>
            </a:pPr>
            <a:r>
              <a:rPr lang="nl-NL" spc="-1" dirty="0">
                <a:solidFill>
                  <a:srgbClr val="000000"/>
                </a:solidFill>
                <a:latin typeface="Arial"/>
                <a:ea typeface="ＭＳ Ｐゴシック"/>
              </a:rPr>
              <a:t>Relaties tussen reeksen variabelen onderzoeken</a:t>
            </a:r>
          </a:p>
          <a:p>
            <a:pPr marL="749160" lvl="2" indent="-285480">
              <a:lnSpc>
                <a:spcPct val="150000"/>
              </a:lnSpc>
              <a:spcBef>
                <a:spcPts val="360"/>
              </a:spcBef>
              <a:buClr>
                <a:srgbClr val="000000"/>
              </a:buClr>
              <a:buFont typeface="Arial"/>
              <a:buChar char="•"/>
            </a:pPr>
            <a:r>
              <a:rPr lang="nl-NL" spc="-1" dirty="0">
                <a:solidFill>
                  <a:srgbClr val="000000"/>
                </a:solidFill>
                <a:latin typeface="Arial"/>
                <a:ea typeface="ＭＳ Ｐゴシック"/>
              </a:rPr>
              <a:t>Experimenteren met interactieve visualisaties</a:t>
            </a:r>
            <a:endParaRPr lang="nl-NL" spc="-1" dirty="0">
              <a:solidFill>
                <a:srgbClr val="000000"/>
              </a:solidFill>
              <a:latin typeface="Arial"/>
            </a:endParaRPr>
          </a:p>
        </p:txBody>
      </p:sp>
      <p:sp>
        <p:nvSpPr>
          <p:cNvPr id="296" name="TextShape 3"/>
          <p:cNvSpPr txBox="1"/>
          <p:nvPr/>
        </p:nvSpPr>
        <p:spPr>
          <a:xfrm>
            <a:off x="9779160" y="6124680"/>
            <a:ext cx="626760" cy="364680"/>
          </a:xfrm>
          <a:prstGeom prst="rect">
            <a:avLst/>
          </a:prstGeom>
          <a:noFill/>
          <a:ln>
            <a:noFill/>
          </a:ln>
        </p:spPr>
        <p:txBody>
          <a:bodyPr anchor="ctr">
            <a:noAutofit/>
          </a:bodyPr>
          <a:lstStyle/>
          <a:p>
            <a:pPr algn="r">
              <a:lnSpc>
                <a:spcPct val="100000"/>
              </a:lnSpc>
            </a:pPr>
            <a:fld id="{0BEB285B-34A5-4082-B186-CBCCE692C6C8}" type="slidenum">
              <a:rPr lang="nl-NL" sz="1000" spc="-1">
                <a:solidFill>
                  <a:srgbClr val="FFFFFF"/>
                </a:solidFill>
                <a:latin typeface="Arial"/>
                <a:ea typeface="Arial"/>
              </a:rPr>
              <a:t>4</a:t>
            </a:fld>
            <a:endParaRPr lang="en-US" sz="1000" spc="-1">
              <a:latin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Afbeeldingsresultaat voor the flaw of averages">
            <a:extLst>
              <a:ext uri="{FF2B5EF4-FFF2-40B4-BE49-F238E27FC236}">
                <a16:creationId xmlns:a16="http://schemas.microsoft.com/office/drawing/2014/main" id="{AC8B3D88-3762-E415-8A87-CD3EBE09CF8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57204" y="2563138"/>
            <a:ext cx="7142440" cy="4207312"/>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40027B3F-E629-473F-B026-98FEAAC7EFB3}"/>
              </a:ext>
            </a:extLst>
          </p:cNvPr>
          <p:cNvSpPr>
            <a:spLocks noGrp="1"/>
          </p:cNvSpPr>
          <p:nvPr>
            <p:ph type="title"/>
          </p:nvPr>
        </p:nvSpPr>
        <p:spPr>
          <a:xfrm>
            <a:off x="609600" y="594613"/>
            <a:ext cx="10972320" cy="1144800"/>
          </a:xfrm>
        </p:spPr>
        <p:txBody>
          <a:bodyPr/>
          <a:lstStyle/>
          <a:p>
            <a:r>
              <a:rPr lang="nl-NL" dirty="0"/>
              <a:t>Beschrijvende Statistieken</a:t>
            </a:r>
            <a:endParaRPr lang="en-US" dirty="0"/>
          </a:p>
        </p:txBody>
      </p:sp>
      <p:sp>
        <p:nvSpPr>
          <p:cNvPr id="3" name="Subtitle 2">
            <a:extLst>
              <a:ext uri="{FF2B5EF4-FFF2-40B4-BE49-F238E27FC236}">
                <a16:creationId xmlns:a16="http://schemas.microsoft.com/office/drawing/2014/main" id="{CD0033AB-1226-B8D3-B45A-4182B26D7E38}"/>
              </a:ext>
            </a:extLst>
          </p:cNvPr>
          <p:cNvSpPr>
            <a:spLocks noGrp="1"/>
          </p:cNvSpPr>
          <p:nvPr>
            <p:ph type="subTitle"/>
          </p:nvPr>
        </p:nvSpPr>
        <p:spPr>
          <a:xfrm>
            <a:off x="609600" y="1604520"/>
            <a:ext cx="10972320" cy="1245684"/>
          </a:xfrm>
        </p:spPr>
        <p:txBody>
          <a:bodyPr/>
          <a:lstStyle/>
          <a:p>
            <a:pPr marL="360" indent="0">
              <a:buNone/>
            </a:pPr>
            <a:r>
              <a:rPr lang="nl-NL" sz="2400" dirty="0"/>
              <a:t>Je kan een aantal samenvattende getallen bepalen voor iedere variabele: </a:t>
            </a:r>
          </a:p>
          <a:p>
            <a:pPr lvl="1"/>
            <a:r>
              <a:rPr lang="nl-NL" dirty="0"/>
              <a:t>Som, minimum, maximum, aantal unieke waardes, gemiddelde, aantal, standaard deviatie....</a:t>
            </a:r>
            <a:endParaRPr lang="en-US" dirty="0"/>
          </a:p>
        </p:txBody>
      </p:sp>
    </p:spTree>
    <p:extLst>
      <p:ext uri="{BB962C8B-B14F-4D97-AF65-F5344CB8AC3E}">
        <p14:creationId xmlns:p14="http://schemas.microsoft.com/office/powerpoint/2010/main" val="28333062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06476F-C3FD-3181-6371-70A1674122EE}"/>
              </a:ext>
            </a:extLst>
          </p:cNvPr>
          <p:cNvSpPr>
            <a:spLocks noGrp="1"/>
          </p:cNvSpPr>
          <p:nvPr>
            <p:ph type="title"/>
          </p:nvPr>
        </p:nvSpPr>
        <p:spPr>
          <a:xfrm>
            <a:off x="609600" y="703800"/>
            <a:ext cx="10972320" cy="1144800"/>
          </a:xfrm>
        </p:spPr>
        <p:txBody>
          <a:bodyPr/>
          <a:lstStyle/>
          <a:p>
            <a:r>
              <a:rPr lang="nl-NL" dirty="0"/>
              <a:t>Verdelingen: Box Plot</a:t>
            </a:r>
            <a:endParaRPr lang="en-US" dirty="0"/>
          </a:p>
        </p:txBody>
      </p:sp>
      <p:pic>
        <p:nvPicPr>
          <p:cNvPr id="1028" name="Picture 4">
            <a:extLst>
              <a:ext uri="{FF2B5EF4-FFF2-40B4-BE49-F238E27FC236}">
                <a16:creationId xmlns:a16="http://schemas.microsoft.com/office/drawing/2014/main" id="{6B6F8F61-D32F-B2D6-4867-7FB3ADB6108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0260" y="1708078"/>
            <a:ext cx="10642060" cy="53265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799038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B02C9A-ED6B-0042-8C15-6126B03AECB5}"/>
              </a:ext>
            </a:extLst>
          </p:cNvPr>
          <p:cNvSpPr>
            <a:spLocks noGrp="1"/>
          </p:cNvSpPr>
          <p:nvPr>
            <p:ph type="title"/>
          </p:nvPr>
        </p:nvSpPr>
        <p:spPr>
          <a:xfrm>
            <a:off x="609840" y="623796"/>
            <a:ext cx="10972320" cy="1144800"/>
          </a:xfrm>
        </p:spPr>
        <p:txBody>
          <a:bodyPr/>
          <a:lstStyle/>
          <a:p>
            <a:r>
              <a:rPr lang="nl-NL" dirty="0"/>
              <a:t>Verdelingen: histogram</a:t>
            </a:r>
            <a:endParaRPr lang="en-US" dirty="0"/>
          </a:p>
        </p:txBody>
      </p:sp>
      <p:pic>
        <p:nvPicPr>
          <p:cNvPr id="4100" name="Picture 4" descr="A Complete Guide to Histograms | Tutorial by Chartio">
            <a:extLst>
              <a:ext uri="{FF2B5EF4-FFF2-40B4-BE49-F238E27FC236}">
                <a16:creationId xmlns:a16="http://schemas.microsoft.com/office/drawing/2014/main" id="{0122F097-D19C-D4AB-4B1C-5E1D53CBD30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15538" y="1768596"/>
            <a:ext cx="8160924" cy="45875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218866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hthoek 4">
            <a:extLst>
              <a:ext uri="{FF2B5EF4-FFF2-40B4-BE49-F238E27FC236}">
                <a16:creationId xmlns:a16="http://schemas.microsoft.com/office/drawing/2014/main" id="{5407F20D-9A80-6846-A559-C60A7994C618}"/>
              </a:ext>
            </a:extLst>
          </p:cNvPr>
          <p:cNvSpPr/>
          <p:nvPr/>
        </p:nvSpPr>
        <p:spPr>
          <a:xfrm>
            <a:off x="0" y="0"/>
            <a:ext cx="12192000" cy="68576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43242A93-73B2-3843-80CF-CA37BE786B0E}"/>
              </a:ext>
            </a:extLst>
          </p:cNvPr>
          <p:cNvSpPr>
            <a:spLocks noGrp="1"/>
          </p:cNvSpPr>
          <p:nvPr>
            <p:ph type="title"/>
          </p:nvPr>
        </p:nvSpPr>
        <p:spPr>
          <a:xfrm>
            <a:off x="916144" y="26582"/>
            <a:ext cx="10972320" cy="1144800"/>
          </a:xfrm>
        </p:spPr>
        <p:txBody>
          <a:bodyPr/>
          <a:lstStyle/>
          <a:p>
            <a:r>
              <a:rPr lang="nl-NL" sz="3200" dirty="0"/>
              <a:t>We kijken naar </a:t>
            </a:r>
            <a:r>
              <a:rPr lang="nl-NL" sz="3200" dirty="0" err="1"/>
              <a:t>central</a:t>
            </a:r>
            <a:r>
              <a:rPr lang="nl-NL" sz="3200" dirty="0"/>
              <a:t> </a:t>
            </a:r>
            <a:r>
              <a:rPr lang="nl-NL" sz="3200" dirty="0" err="1"/>
              <a:t>tendencies</a:t>
            </a:r>
            <a:r>
              <a:rPr lang="nl-NL" sz="3200" dirty="0"/>
              <a:t> per variabele</a:t>
            </a:r>
          </a:p>
        </p:txBody>
      </p:sp>
      <p:pic>
        <p:nvPicPr>
          <p:cNvPr id="3074" name="Picture 2" descr="Comparing mean and median can tell us about skewness. Source: Dugar 2018.">
            <a:extLst>
              <a:ext uri="{FF2B5EF4-FFF2-40B4-BE49-F238E27FC236}">
                <a16:creationId xmlns:a16="http://schemas.microsoft.com/office/drawing/2014/main" id="{EBE699FF-C6A8-9944-8C45-5D611703287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67983"/>
          <a:stretch/>
        </p:blipFill>
        <p:spPr bwMode="auto">
          <a:xfrm>
            <a:off x="335809" y="901276"/>
            <a:ext cx="1716853" cy="2064518"/>
          </a:xfrm>
          <a:prstGeom prst="rect">
            <a:avLst/>
          </a:prstGeom>
          <a:noFill/>
          <a:extLst>
            <a:ext uri="{909E8E84-426E-40DD-AFC4-6F175D3DCCD1}">
              <a14:hiddenFill xmlns:a14="http://schemas.microsoft.com/office/drawing/2010/main">
                <a:solidFill>
                  <a:srgbClr val="FFFFFF"/>
                </a:solidFill>
              </a14:hiddenFill>
            </a:ext>
          </a:extLst>
        </p:spPr>
      </p:pic>
      <p:sp>
        <p:nvSpPr>
          <p:cNvPr id="4" name="Rechthoek 3">
            <a:extLst>
              <a:ext uri="{FF2B5EF4-FFF2-40B4-BE49-F238E27FC236}">
                <a16:creationId xmlns:a16="http://schemas.microsoft.com/office/drawing/2014/main" id="{ACF5207A-003C-1943-A6EE-5E8EBE4F4596}"/>
              </a:ext>
            </a:extLst>
          </p:cNvPr>
          <p:cNvSpPr/>
          <p:nvPr/>
        </p:nvSpPr>
        <p:spPr>
          <a:xfrm>
            <a:off x="3818692" y="1007412"/>
            <a:ext cx="6096000" cy="5078313"/>
          </a:xfrm>
          <a:prstGeom prst="rect">
            <a:avLst/>
          </a:prstGeom>
        </p:spPr>
        <p:txBody>
          <a:bodyPr>
            <a:spAutoFit/>
          </a:bodyPr>
          <a:lstStyle/>
          <a:p>
            <a:pPr>
              <a:buFont typeface="Arial" panose="020B0604020202020204" pitchFamily="34" charset="0"/>
              <a:buChar char="•"/>
            </a:pPr>
            <a:r>
              <a:rPr lang="nl-NL" b="1" dirty="0" err="1">
                <a:solidFill>
                  <a:srgbClr val="626262"/>
                </a:solidFill>
                <a:latin typeface="Open Sans"/>
              </a:rPr>
              <a:t>Mean</a:t>
            </a:r>
            <a:r>
              <a:rPr lang="nl-NL" dirty="0">
                <a:solidFill>
                  <a:srgbClr val="626262"/>
                </a:solidFill>
                <a:latin typeface="Open Sans"/>
              </a:rPr>
              <a:t>: Het gemiddelde is gelijk aan de som van alle waarden in de dataset gedeeld door het aantal waarden in de dataset. Dit wordt ook wel het rekenkundig gemiddelde genoemd. Andere middelen, zoals het geometrische gemiddelde en het harmonische gemiddelde, zijn soms ook nuttig.</a:t>
            </a:r>
          </a:p>
          <a:p>
            <a:endParaRPr lang="nl-NL" dirty="0">
              <a:solidFill>
                <a:srgbClr val="626262"/>
              </a:solidFill>
              <a:latin typeface="Open Sans"/>
            </a:endParaRPr>
          </a:p>
          <a:p>
            <a:pPr>
              <a:buFont typeface="Arial" panose="020B0604020202020204" pitchFamily="34" charset="0"/>
              <a:buChar char="•"/>
            </a:pPr>
            <a:r>
              <a:rPr lang="nl-NL" b="1" dirty="0" err="1">
                <a:solidFill>
                  <a:srgbClr val="626262"/>
                </a:solidFill>
                <a:latin typeface="Open Sans"/>
              </a:rPr>
              <a:t>Median</a:t>
            </a:r>
            <a:r>
              <a:rPr lang="nl-NL" dirty="0">
                <a:solidFill>
                  <a:srgbClr val="626262"/>
                </a:solidFill>
                <a:latin typeface="Open Sans"/>
              </a:rPr>
              <a:t>: Mediaan is de middelste score voor een reeks gegevens die in volgorde van grootte zijn gerangschikt. Gegeven een geordende lijst met studentencijfers:</a:t>
            </a:r>
          </a:p>
          <a:p>
            <a:r>
              <a:rPr lang="nl-NL" dirty="0">
                <a:solidFill>
                  <a:srgbClr val="626262"/>
                </a:solidFill>
                <a:latin typeface="Open Sans"/>
              </a:rPr>
              <a:t>[14 35 45 55 55 56 58 65 87 89 92], is de mediaan bijvoorbeeld 56 omdat dit het middelste cijfer is, aangezien er 5 items ervoor staan ​​en 5 items erna.</a:t>
            </a:r>
          </a:p>
          <a:p>
            <a:endParaRPr lang="nl-NL" dirty="0">
              <a:solidFill>
                <a:srgbClr val="626262"/>
              </a:solidFill>
              <a:latin typeface="Open Sans"/>
            </a:endParaRPr>
          </a:p>
          <a:p>
            <a:pPr>
              <a:buFont typeface="Arial" panose="020B0604020202020204" pitchFamily="34" charset="0"/>
              <a:buChar char="•"/>
            </a:pPr>
            <a:r>
              <a:rPr lang="nl-NL" b="1" dirty="0">
                <a:solidFill>
                  <a:srgbClr val="626262"/>
                </a:solidFill>
                <a:latin typeface="Open Sans"/>
              </a:rPr>
              <a:t>Mode</a:t>
            </a:r>
            <a:r>
              <a:rPr lang="nl-NL" dirty="0">
                <a:solidFill>
                  <a:srgbClr val="626262"/>
                </a:solidFill>
                <a:latin typeface="Open Sans"/>
              </a:rPr>
              <a:t>: Modus is de meest voorkomende score in onze dataset. Voor de bovenstaande dataset van studentencijfers is de modus 55 omdat 55 het maximale aantal keren wordt herhaald.</a:t>
            </a:r>
            <a:endParaRPr lang="nl-NL" b="0" i="0" dirty="0">
              <a:solidFill>
                <a:srgbClr val="626262"/>
              </a:solidFill>
              <a:effectLst/>
              <a:latin typeface="Open Sans"/>
            </a:endParaRPr>
          </a:p>
        </p:txBody>
      </p:sp>
      <p:pic>
        <p:nvPicPr>
          <p:cNvPr id="7" name="Picture 2" descr="Comparing mean and median can tell us about skewness. Source: Dugar 2018.">
            <a:extLst>
              <a:ext uri="{FF2B5EF4-FFF2-40B4-BE49-F238E27FC236}">
                <a16:creationId xmlns:a16="http://schemas.microsoft.com/office/drawing/2014/main" id="{6EE0AED7-3F67-914D-A3E5-35D8A83D7C1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7069"/>
          <a:stretch/>
        </p:blipFill>
        <p:spPr bwMode="auto">
          <a:xfrm>
            <a:off x="231939" y="4959105"/>
            <a:ext cx="1593669" cy="1863153"/>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Comparing mean and median can tell us about skewness. Source: Dugar 2018.">
            <a:extLst>
              <a:ext uri="{FF2B5EF4-FFF2-40B4-BE49-F238E27FC236}">
                <a16:creationId xmlns:a16="http://schemas.microsoft.com/office/drawing/2014/main" id="{B004D938-FA62-A14A-B09D-6EBFCF770B1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3555" r="32388"/>
          <a:stretch/>
        </p:blipFill>
        <p:spPr bwMode="auto">
          <a:xfrm>
            <a:off x="231939" y="3023219"/>
            <a:ext cx="1716852" cy="1940819"/>
          </a:xfrm>
          <a:prstGeom prst="rect">
            <a:avLst/>
          </a:prstGeom>
          <a:noFill/>
          <a:extLst>
            <a:ext uri="{909E8E84-426E-40DD-AFC4-6F175D3DCCD1}">
              <a14:hiddenFill xmlns:a14="http://schemas.microsoft.com/office/drawing/2010/main">
                <a:solidFill>
                  <a:srgbClr val="FFFFFF"/>
                </a:solidFill>
              </a14:hiddenFill>
            </a:ext>
          </a:extLst>
        </p:spPr>
      </p:pic>
      <p:sp>
        <p:nvSpPr>
          <p:cNvPr id="9" name="Rechthoek 8">
            <a:extLst>
              <a:ext uri="{FF2B5EF4-FFF2-40B4-BE49-F238E27FC236}">
                <a16:creationId xmlns:a16="http://schemas.microsoft.com/office/drawing/2014/main" id="{C67A3B19-1769-3148-BAF4-0367C7D58AAA}"/>
              </a:ext>
            </a:extLst>
          </p:cNvPr>
          <p:cNvSpPr/>
          <p:nvPr/>
        </p:nvSpPr>
        <p:spPr>
          <a:xfrm>
            <a:off x="6017623" y="6483704"/>
            <a:ext cx="6096000" cy="338554"/>
          </a:xfrm>
          <a:prstGeom prst="rect">
            <a:avLst/>
          </a:prstGeom>
        </p:spPr>
        <p:txBody>
          <a:bodyPr>
            <a:spAutoFit/>
          </a:bodyPr>
          <a:lstStyle/>
          <a:p>
            <a:r>
              <a:rPr lang="en-US" sz="800" dirty="0" err="1"/>
              <a:t>Devopedia</a:t>
            </a:r>
            <a:r>
              <a:rPr lang="en-US" sz="800" dirty="0"/>
              <a:t>. 2020. "Exploratory Data Analysis." Version 29, December 7. Accessed 2021-02-08. </a:t>
            </a:r>
            <a:r>
              <a:rPr lang="en-US" sz="800" dirty="0">
                <a:hlinkClick r:id="rId3"/>
              </a:rPr>
              <a:t>https://devopedia.org/exploratory-data-analysis</a:t>
            </a:r>
            <a:r>
              <a:rPr lang="en-US" sz="800" dirty="0"/>
              <a:t> </a:t>
            </a:r>
          </a:p>
        </p:txBody>
      </p:sp>
    </p:spTree>
    <p:extLst>
      <p:ext uri="{BB962C8B-B14F-4D97-AF65-F5344CB8AC3E}">
        <p14:creationId xmlns:p14="http://schemas.microsoft.com/office/powerpoint/2010/main" val="14725300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hthoek 14">
            <a:extLst>
              <a:ext uri="{FF2B5EF4-FFF2-40B4-BE49-F238E27FC236}">
                <a16:creationId xmlns:a16="http://schemas.microsoft.com/office/drawing/2014/main" id="{82BBBCA9-1395-8F4C-9049-9139CAB91CDA}"/>
              </a:ext>
            </a:extLst>
          </p:cNvPr>
          <p:cNvSpPr/>
          <p:nvPr/>
        </p:nvSpPr>
        <p:spPr>
          <a:xfrm>
            <a:off x="0" y="11880"/>
            <a:ext cx="12192000" cy="68576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1" name="CustomShape 1"/>
          <p:cNvSpPr/>
          <p:nvPr/>
        </p:nvSpPr>
        <p:spPr>
          <a:xfrm>
            <a:off x="889697" y="601920"/>
            <a:ext cx="10293805" cy="6109920"/>
          </a:xfrm>
          <a:prstGeom prst="rect">
            <a:avLst/>
          </a:prstGeom>
          <a:solidFill>
            <a:schemeClr val="bg1"/>
          </a:solidFill>
          <a:ln>
            <a:noFill/>
          </a:ln>
          <a:effectLst>
            <a:outerShdw blurRad="4000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a:lstStyle/>
          <a:p>
            <a:endParaRPr lang="nl-NL"/>
          </a:p>
        </p:txBody>
      </p:sp>
      <p:sp>
        <p:nvSpPr>
          <p:cNvPr id="223" name="CustomShape 3"/>
          <p:cNvSpPr/>
          <p:nvPr/>
        </p:nvSpPr>
        <p:spPr>
          <a:xfrm>
            <a:off x="1008498" y="3792286"/>
            <a:ext cx="8406000" cy="644877"/>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i="1" spc="-1" dirty="0">
                <a:solidFill>
                  <a:srgbClr val="008000"/>
                </a:solidFill>
                <a:latin typeface="Consolas"/>
                <a:ea typeface="ＭＳ Ｐゴシック"/>
              </a:rPr>
              <a:t># </a:t>
            </a:r>
            <a:r>
              <a:rPr lang="nl-NL" i="1" spc="-1" dirty="0">
                <a:solidFill>
                  <a:srgbClr val="008000"/>
                </a:solidFill>
                <a:latin typeface="Consolas"/>
                <a:ea typeface="ＭＳ Ｐゴシック"/>
              </a:rPr>
              <a:t>maak een vector van uniforme verdeling en plot deze</a:t>
            </a:r>
          </a:p>
          <a:p>
            <a:pPr>
              <a:lnSpc>
                <a:spcPct val="100000"/>
              </a:lnSpc>
            </a:pPr>
            <a:r>
              <a:rPr lang="en-US" spc="-1" dirty="0">
                <a:solidFill>
                  <a:srgbClr val="000000"/>
                </a:solidFill>
                <a:latin typeface="Consolas" panose="020B0609020204030204" pitchFamily="49" charset="0"/>
                <a:ea typeface="ＭＳ Ｐゴシック"/>
              </a:rPr>
              <a:t>s = </a:t>
            </a:r>
            <a:r>
              <a:rPr lang="en-US" spc="-1" dirty="0" err="1">
                <a:solidFill>
                  <a:srgbClr val="000000"/>
                </a:solidFill>
                <a:latin typeface="Consolas" panose="020B0609020204030204" pitchFamily="49" charset="0"/>
                <a:ea typeface="ＭＳ Ｐゴシック"/>
              </a:rPr>
              <a:t>np.random.normal</a:t>
            </a:r>
            <a:r>
              <a:rPr lang="en-US" spc="-1" dirty="0">
                <a:solidFill>
                  <a:srgbClr val="000000"/>
                </a:solidFill>
                <a:latin typeface="Consolas" panose="020B0609020204030204" pitchFamily="49" charset="0"/>
                <a:ea typeface="ＭＳ Ｐゴシック"/>
              </a:rPr>
              <a:t>(10,5,1000)</a:t>
            </a:r>
            <a:endParaRPr lang="en-US" spc="-1" dirty="0">
              <a:latin typeface="Consolas" panose="020B0609020204030204" pitchFamily="49" charset="0"/>
            </a:endParaRPr>
          </a:p>
        </p:txBody>
      </p:sp>
      <p:sp>
        <p:nvSpPr>
          <p:cNvPr id="224" name="CustomShape 4"/>
          <p:cNvSpPr/>
          <p:nvPr/>
        </p:nvSpPr>
        <p:spPr>
          <a:xfrm>
            <a:off x="3872817" y="5390555"/>
            <a:ext cx="790920" cy="360"/>
          </a:xfrm>
          <a:custGeom>
            <a:avLst/>
            <a:gdLst/>
            <a:ahLst/>
            <a:cxnLst/>
            <a:rect l="l" t="t" r="r" b="b"/>
            <a:pathLst>
              <a:path w="21600" h="21600">
                <a:moveTo>
                  <a:pt x="0" y="0"/>
                </a:moveTo>
                <a:lnTo>
                  <a:pt x="21600" y="21600"/>
                </a:lnTo>
              </a:path>
            </a:pathLst>
          </a:custGeom>
          <a:noFill/>
          <a:ln>
            <a:round/>
            <a:tailEnd type="triangle" w="med" len="med"/>
          </a:ln>
          <a:effectLst>
            <a:outerShdw blurRad="40000" dist="20160" dir="5400000" rotWithShape="0">
              <a:srgbClr val="000000">
                <a:alpha val="38000"/>
              </a:srgbClr>
            </a:outerShdw>
          </a:effectLst>
        </p:spPr>
        <p:style>
          <a:lnRef idx="2">
            <a:schemeClr val="accent1"/>
          </a:lnRef>
          <a:fillRef idx="0">
            <a:schemeClr val="accent1"/>
          </a:fillRef>
          <a:effectRef idx="1">
            <a:schemeClr val="accent1"/>
          </a:effectRef>
          <a:fontRef idx="minor"/>
        </p:style>
        <p:txBody>
          <a:bodyPr/>
          <a:lstStyle/>
          <a:p>
            <a:endParaRPr lang="nl-NL"/>
          </a:p>
        </p:txBody>
      </p:sp>
      <p:sp>
        <p:nvSpPr>
          <p:cNvPr id="225" name="CustomShape 5"/>
          <p:cNvSpPr/>
          <p:nvPr/>
        </p:nvSpPr>
        <p:spPr>
          <a:xfrm>
            <a:off x="1008498" y="830880"/>
            <a:ext cx="8096040" cy="3643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nl-NL" spc="-1" dirty="0">
                <a:solidFill>
                  <a:srgbClr val="000000"/>
                </a:solidFill>
                <a:latin typeface="Calibri"/>
                <a:ea typeface="ＭＳ Ｐゴシック"/>
              </a:rPr>
              <a:t>Nog meer verdelingen</a:t>
            </a:r>
            <a:endParaRPr lang="nl-NL" spc="-1" dirty="0">
              <a:latin typeface="Calibri"/>
            </a:endParaRPr>
          </a:p>
        </p:txBody>
      </p:sp>
      <p:pic>
        <p:nvPicPr>
          <p:cNvPr id="226" name="Graphic 13"/>
          <p:cNvPicPr>
            <a:picLocks noChangeAspect="1"/>
          </p:cNvPicPr>
          <p:nvPr/>
        </p:nvPicPr>
        <p:blipFill>
          <a:blip r:embed="rId3"/>
          <a:stretch/>
        </p:blipFill>
        <p:spPr>
          <a:xfrm>
            <a:off x="7930285" y="3959605"/>
            <a:ext cx="3141874" cy="750310"/>
          </a:xfrm>
          <a:prstGeom prst="rect">
            <a:avLst/>
          </a:prstGeom>
          <a:ln>
            <a:noFill/>
          </a:ln>
        </p:spPr>
      </p:pic>
      <p:pic>
        <p:nvPicPr>
          <p:cNvPr id="227" name="Picture 2"/>
          <p:cNvPicPr/>
          <p:nvPr/>
        </p:nvPicPr>
        <p:blipFill>
          <a:blip r:embed="rId4"/>
          <a:stretch/>
        </p:blipFill>
        <p:spPr>
          <a:xfrm>
            <a:off x="2763093" y="1816861"/>
            <a:ext cx="2788560" cy="1858680"/>
          </a:xfrm>
          <a:prstGeom prst="rect">
            <a:avLst/>
          </a:prstGeom>
          <a:ln>
            <a:noFill/>
          </a:ln>
        </p:spPr>
      </p:pic>
      <p:sp>
        <p:nvSpPr>
          <p:cNvPr id="228" name="CustomShape 6"/>
          <p:cNvSpPr/>
          <p:nvPr/>
        </p:nvSpPr>
        <p:spPr>
          <a:xfrm>
            <a:off x="1008498" y="1295100"/>
            <a:ext cx="640440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nl-NL" spc="-1" dirty="0">
                <a:solidFill>
                  <a:srgbClr val="000000"/>
                </a:solidFill>
                <a:latin typeface="Consolas" panose="020B0609020204030204" pitchFamily="49" charset="0"/>
                <a:ea typeface="ＭＳ Ｐゴシック"/>
              </a:rPr>
              <a:t>s = </a:t>
            </a:r>
            <a:r>
              <a:rPr lang="nl-NL" spc="-1" dirty="0" err="1">
                <a:solidFill>
                  <a:srgbClr val="000000"/>
                </a:solidFill>
                <a:latin typeface="Consolas" panose="020B0609020204030204" pitchFamily="49" charset="0"/>
                <a:ea typeface="ＭＳ Ｐゴシック"/>
              </a:rPr>
              <a:t>np.random.uniform</a:t>
            </a:r>
            <a:r>
              <a:rPr lang="nl-NL" spc="-1" dirty="0">
                <a:solidFill>
                  <a:srgbClr val="000000"/>
                </a:solidFill>
                <a:latin typeface="Consolas" panose="020B0609020204030204" pitchFamily="49" charset="0"/>
                <a:ea typeface="ＭＳ Ｐゴシック"/>
              </a:rPr>
              <a:t>(-</a:t>
            </a:r>
            <a:r>
              <a:rPr lang="nl-NL" spc="-1" dirty="0">
                <a:solidFill>
                  <a:srgbClr val="006666"/>
                </a:solidFill>
                <a:latin typeface="Consolas" panose="020B0609020204030204" pitchFamily="49" charset="0"/>
                <a:ea typeface="ＭＳ Ｐゴシック"/>
              </a:rPr>
              <a:t>1</a:t>
            </a:r>
            <a:r>
              <a:rPr lang="nl-NL" spc="-1" dirty="0">
                <a:solidFill>
                  <a:srgbClr val="000000"/>
                </a:solidFill>
                <a:latin typeface="Consolas" panose="020B0609020204030204" pitchFamily="49" charset="0"/>
                <a:ea typeface="ＭＳ Ｐゴシック"/>
              </a:rPr>
              <a:t>, </a:t>
            </a:r>
            <a:r>
              <a:rPr lang="nl-NL" spc="-1" dirty="0">
                <a:solidFill>
                  <a:srgbClr val="006666"/>
                </a:solidFill>
                <a:latin typeface="Consolas" panose="020B0609020204030204" pitchFamily="49" charset="0"/>
                <a:ea typeface="ＭＳ Ｐゴシック"/>
              </a:rPr>
              <a:t>0</a:t>
            </a:r>
            <a:r>
              <a:rPr lang="nl-NL" spc="-1" dirty="0">
                <a:solidFill>
                  <a:srgbClr val="000000"/>
                </a:solidFill>
                <a:latin typeface="Consolas" panose="020B0609020204030204" pitchFamily="49" charset="0"/>
                <a:ea typeface="ＭＳ Ｐゴシック"/>
              </a:rPr>
              <a:t>, </a:t>
            </a:r>
            <a:r>
              <a:rPr lang="nl-NL" spc="-1" dirty="0">
                <a:solidFill>
                  <a:srgbClr val="006666"/>
                </a:solidFill>
                <a:latin typeface="Consolas" panose="020B0609020204030204" pitchFamily="49" charset="0"/>
                <a:ea typeface="ＭＳ Ｐゴシック"/>
              </a:rPr>
              <a:t>1000</a:t>
            </a:r>
            <a:r>
              <a:rPr lang="nl-NL" spc="-1" dirty="0">
                <a:solidFill>
                  <a:srgbClr val="000000"/>
                </a:solidFill>
                <a:latin typeface="Consolas" panose="020B0609020204030204" pitchFamily="49" charset="0"/>
                <a:ea typeface="ＭＳ Ｐゴシック"/>
              </a:rPr>
              <a:t>)</a:t>
            </a:r>
            <a:endParaRPr lang="en-US" spc="-1" dirty="0">
              <a:latin typeface="Consolas" panose="020B0609020204030204" pitchFamily="49" charset="0"/>
            </a:endParaRPr>
          </a:p>
        </p:txBody>
      </p:sp>
      <p:sp>
        <p:nvSpPr>
          <p:cNvPr id="229" name="CustomShape 7"/>
          <p:cNvSpPr/>
          <p:nvPr/>
        </p:nvSpPr>
        <p:spPr>
          <a:xfrm>
            <a:off x="1008498" y="1860837"/>
            <a:ext cx="1699866" cy="644877"/>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nl-NL" spc="-1" dirty="0" err="1">
                <a:solidFill>
                  <a:srgbClr val="000000"/>
                </a:solidFill>
                <a:latin typeface="Consolas" panose="020B0609020204030204" pitchFamily="49" charset="0"/>
                <a:ea typeface="ＭＳ Ｐゴシック"/>
              </a:rPr>
              <a:t>plt.hist</a:t>
            </a:r>
            <a:r>
              <a:rPr lang="nl-NL" spc="-1" dirty="0">
                <a:solidFill>
                  <a:srgbClr val="880000"/>
                </a:solidFill>
                <a:latin typeface="Consolas" panose="020B0609020204030204" pitchFamily="49" charset="0"/>
                <a:ea typeface="ＭＳ Ｐゴシック"/>
              </a:rPr>
              <a:t>(s)</a:t>
            </a:r>
            <a:r>
              <a:rPr lang="nl-NL" spc="-1" dirty="0">
                <a:solidFill>
                  <a:srgbClr val="000000"/>
                </a:solidFill>
                <a:latin typeface="Consolas" panose="020B0609020204030204" pitchFamily="49" charset="0"/>
                <a:ea typeface="ＭＳ Ｐゴシック"/>
              </a:rPr>
              <a:t> </a:t>
            </a:r>
            <a:endParaRPr lang="en-US" spc="-1" dirty="0">
              <a:latin typeface="Consolas" panose="020B0609020204030204" pitchFamily="49" charset="0"/>
            </a:endParaRPr>
          </a:p>
          <a:p>
            <a:pPr>
              <a:lnSpc>
                <a:spcPct val="100000"/>
              </a:lnSpc>
            </a:pPr>
            <a:r>
              <a:rPr lang="nl-NL" spc="-1" dirty="0" err="1">
                <a:solidFill>
                  <a:srgbClr val="000000"/>
                </a:solidFill>
                <a:latin typeface="Consolas" panose="020B0609020204030204" pitchFamily="49" charset="0"/>
                <a:ea typeface="ＭＳ Ｐゴシック"/>
              </a:rPr>
              <a:t>plt.show</a:t>
            </a:r>
            <a:r>
              <a:rPr lang="nl-NL" spc="-1" dirty="0">
                <a:solidFill>
                  <a:srgbClr val="880000"/>
                </a:solidFill>
                <a:latin typeface="Consolas" panose="020B0609020204030204" pitchFamily="49" charset="0"/>
                <a:ea typeface="ＭＳ Ｐゴシック"/>
              </a:rPr>
              <a:t>()</a:t>
            </a:r>
            <a:endParaRPr lang="en-US" spc="-1" dirty="0">
              <a:latin typeface="Consolas" panose="020B0609020204030204" pitchFamily="49" charset="0"/>
            </a:endParaRPr>
          </a:p>
        </p:txBody>
      </p:sp>
      <p:sp>
        <p:nvSpPr>
          <p:cNvPr id="230" name="CustomShape 8"/>
          <p:cNvSpPr/>
          <p:nvPr/>
        </p:nvSpPr>
        <p:spPr>
          <a:xfrm>
            <a:off x="3810000" y="3105720"/>
            <a:ext cx="457164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br/>
            <a:endParaRPr lang="en-US" spc="-1">
              <a:latin typeface="Calibri"/>
            </a:endParaRPr>
          </a:p>
        </p:txBody>
      </p:sp>
      <p:sp>
        <p:nvSpPr>
          <p:cNvPr id="231" name="CustomShape 9"/>
          <p:cNvSpPr/>
          <p:nvPr/>
        </p:nvSpPr>
        <p:spPr>
          <a:xfrm>
            <a:off x="3810000" y="3105720"/>
            <a:ext cx="457164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br/>
            <a:endParaRPr lang="en-US" spc="-1">
              <a:latin typeface="Calibri"/>
            </a:endParaRPr>
          </a:p>
        </p:txBody>
      </p:sp>
      <p:pic>
        <p:nvPicPr>
          <p:cNvPr id="232" name="Picture 4"/>
          <p:cNvPicPr/>
          <p:nvPr/>
        </p:nvPicPr>
        <p:blipFill>
          <a:blip r:embed="rId5"/>
          <a:stretch/>
        </p:blipFill>
        <p:spPr>
          <a:xfrm>
            <a:off x="4825541" y="4576430"/>
            <a:ext cx="2810880" cy="1858680"/>
          </a:xfrm>
          <a:prstGeom prst="rect">
            <a:avLst/>
          </a:prstGeom>
          <a:ln>
            <a:noFill/>
          </a:ln>
        </p:spPr>
      </p:pic>
      <p:pic>
        <p:nvPicPr>
          <p:cNvPr id="233" name="Picture 6"/>
          <p:cNvPicPr/>
          <p:nvPr/>
        </p:nvPicPr>
        <p:blipFill>
          <a:blip r:embed="rId6"/>
          <a:stretch/>
        </p:blipFill>
        <p:spPr>
          <a:xfrm>
            <a:off x="1171657" y="4648052"/>
            <a:ext cx="2539356" cy="1724600"/>
          </a:xfrm>
          <a:prstGeom prst="rect">
            <a:avLst/>
          </a:prstGeom>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0F069C1-E373-E940-9D08-86C6A2BF9910}"/>
              </a:ext>
            </a:extLst>
          </p:cNvPr>
          <p:cNvSpPr/>
          <p:nvPr/>
        </p:nvSpPr>
        <p:spPr>
          <a:xfrm>
            <a:off x="0" y="11880"/>
            <a:ext cx="12192000" cy="68576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 name="CustomShape 1"/>
          <p:cNvSpPr/>
          <p:nvPr/>
        </p:nvSpPr>
        <p:spPr>
          <a:xfrm>
            <a:off x="1627680" y="471960"/>
            <a:ext cx="8695800" cy="6109920"/>
          </a:xfrm>
          <a:prstGeom prst="rect">
            <a:avLst/>
          </a:prstGeom>
          <a:solidFill>
            <a:schemeClr val="bg1"/>
          </a:solidFill>
          <a:ln>
            <a:noFill/>
          </a:ln>
          <a:effectLst>
            <a:outerShdw blurRad="4000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a:lstStyle/>
          <a:p>
            <a:endParaRPr lang="nl-NL"/>
          </a:p>
        </p:txBody>
      </p:sp>
      <p:sp>
        <p:nvSpPr>
          <p:cNvPr id="235" name="CustomShape 2"/>
          <p:cNvSpPr/>
          <p:nvPr/>
        </p:nvSpPr>
        <p:spPr>
          <a:xfrm>
            <a:off x="1868160" y="1047600"/>
            <a:ext cx="8597520" cy="644877"/>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endParaRPr lang="en-US" spc="-1" dirty="0">
              <a:latin typeface="Calibri"/>
            </a:endParaRPr>
          </a:p>
          <a:p>
            <a:pPr>
              <a:lnSpc>
                <a:spcPct val="100000"/>
              </a:lnSpc>
            </a:pPr>
            <a:r>
              <a:rPr lang="en-US" spc="-1" dirty="0" err="1">
                <a:solidFill>
                  <a:srgbClr val="000000"/>
                </a:solidFill>
                <a:latin typeface="Consolas" panose="020B0609020204030204" pitchFamily="49" charset="0"/>
                <a:ea typeface="ＭＳ Ｐゴシック"/>
              </a:rPr>
              <a:t>np.random.choice</a:t>
            </a:r>
            <a:r>
              <a:rPr lang="en-US" spc="-1" dirty="0">
                <a:solidFill>
                  <a:srgbClr val="000000"/>
                </a:solidFill>
                <a:latin typeface="Consolas" panose="020B0609020204030204" pitchFamily="49" charset="0"/>
                <a:ea typeface="ＭＳ Ｐゴシック"/>
              </a:rPr>
              <a:t>(6, 30)</a:t>
            </a:r>
            <a:endParaRPr lang="en-US" spc="-1" dirty="0">
              <a:latin typeface="Consolas" panose="020B0609020204030204" pitchFamily="49" charset="0"/>
            </a:endParaRPr>
          </a:p>
        </p:txBody>
      </p:sp>
      <p:sp>
        <p:nvSpPr>
          <p:cNvPr id="237" name="CustomShape 4"/>
          <p:cNvSpPr/>
          <p:nvPr/>
        </p:nvSpPr>
        <p:spPr>
          <a:xfrm>
            <a:off x="1941960" y="6060600"/>
            <a:ext cx="4571640" cy="521766"/>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400" u="sng" spc="-1" dirty="0">
                <a:solidFill>
                  <a:srgbClr val="0000FF"/>
                </a:solidFill>
                <a:latin typeface="Arial"/>
                <a:ea typeface="ＭＳ Ｐゴシック"/>
                <a:hlinkClick r:id="rId3"/>
              </a:rPr>
              <a:t>https://docs.scipy.org/doc/numpy-1.10.4/reference/generated/numpy.random.choice.html</a:t>
            </a:r>
            <a:r>
              <a:rPr lang="en-US" sz="1400" spc="-1" dirty="0">
                <a:solidFill>
                  <a:srgbClr val="000000"/>
                </a:solidFill>
                <a:latin typeface="Arial"/>
                <a:ea typeface="ＭＳ Ｐゴシック"/>
              </a:rPr>
              <a:t> </a:t>
            </a:r>
            <a:endParaRPr lang="en-US" sz="1400" spc="-1" dirty="0">
              <a:latin typeface="Calibri"/>
            </a:endParaRPr>
          </a:p>
        </p:txBody>
      </p:sp>
      <p:pic>
        <p:nvPicPr>
          <p:cNvPr id="238" name="Picture 2"/>
          <p:cNvPicPr/>
          <p:nvPr/>
        </p:nvPicPr>
        <p:blipFill>
          <a:blip r:embed="rId4">
            <a:extLst>
              <a:ext uri="{28A0092B-C50C-407E-A947-70E740481C1C}">
                <a14:useLocalDpi xmlns:a14="http://schemas.microsoft.com/office/drawing/2010/main" val="0"/>
              </a:ext>
            </a:extLst>
          </a:blip>
          <a:srcRect/>
          <a:stretch/>
        </p:blipFill>
        <p:spPr>
          <a:xfrm>
            <a:off x="5116457" y="2604960"/>
            <a:ext cx="4673125" cy="3149280"/>
          </a:xfrm>
          <a:prstGeom prst="rect">
            <a:avLst/>
          </a:prstGeom>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5728A1-402D-C84B-D3A6-964070F54D05}"/>
              </a:ext>
            </a:extLst>
          </p:cNvPr>
          <p:cNvSpPr>
            <a:spLocks noGrp="1"/>
          </p:cNvSpPr>
          <p:nvPr>
            <p:ph type="title"/>
          </p:nvPr>
        </p:nvSpPr>
        <p:spPr>
          <a:xfrm>
            <a:off x="609600" y="575158"/>
            <a:ext cx="10972320" cy="1144800"/>
          </a:xfrm>
        </p:spPr>
        <p:txBody>
          <a:bodyPr/>
          <a:lstStyle/>
          <a:p>
            <a:r>
              <a:rPr lang="nl-NL" dirty="0"/>
              <a:t>Bar Chart</a:t>
            </a:r>
            <a:endParaRPr lang="en-US" dirty="0"/>
          </a:p>
        </p:txBody>
      </p:sp>
      <p:pic>
        <p:nvPicPr>
          <p:cNvPr id="5122" name="Picture 2" descr="How to find the main features in a bar chart - DC IELTS - a teacher's guide  to IELTS">
            <a:extLst>
              <a:ext uri="{FF2B5EF4-FFF2-40B4-BE49-F238E27FC236}">
                <a16:creationId xmlns:a16="http://schemas.microsoft.com/office/drawing/2014/main" id="{7D628C6D-3738-8644-6763-B8E2D1777F0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34678" y="1604520"/>
            <a:ext cx="7134512" cy="48930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173631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041FCFDB-B4B9-FC46-9D7F-2B5DF3E02D6A}"/>
              </a:ext>
            </a:extLst>
          </p:cNvPr>
          <p:cNvSpPr/>
          <p:nvPr/>
        </p:nvSpPr>
        <p:spPr>
          <a:xfrm>
            <a:off x="0" y="11880"/>
            <a:ext cx="12192000" cy="68576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 name="TextShape 1"/>
          <p:cNvSpPr txBox="1"/>
          <p:nvPr/>
        </p:nvSpPr>
        <p:spPr>
          <a:xfrm>
            <a:off x="1981200" y="944640"/>
            <a:ext cx="8229240" cy="1142640"/>
          </a:xfrm>
          <a:prstGeom prst="rect">
            <a:avLst/>
          </a:prstGeom>
          <a:noFill/>
          <a:ln>
            <a:noFill/>
          </a:ln>
        </p:spPr>
        <p:txBody>
          <a:bodyPr anchor="ctr">
            <a:noAutofit/>
          </a:bodyPr>
          <a:lstStyle/>
          <a:p>
            <a:endParaRPr lang="nl-NL" sz="3200" spc="-1">
              <a:solidFill>
                <a:srgbClr val="000000"/>
              </a:solidFill>
              <a:latin typeface="Arial"/>
            </a:endParaRPr>
          </a:p>
        </p:txBody>
      </p:sp>
      <p:sp>
        <p:nvSpPr>
          <p:cNvPr id="349" name="TextShape 2"/>
          <p:cNvSpPr txBox="1"/>
          <p:nvPr/>
        </p:nvSpPr>
        <p:spPr>
          <a:xfrm>
            <a:off x="1981200" y="2086920"/>
            <a:ext cx="8229240" cy="4038840"/>
          </a:xfrm>
          <a:prstGeom prst="rect">
            <a:avLst/>
          </a:prstGeom>
          <a:noFill/>
          <a:ln w="9360">
            <a:noFill/>
          </a:ln>
        </p:spPr>
        <p:txBody>
          <a:bodyPr>
            <a:noAutofit/>
          </a:bodyPr>
          <a:lstStyle/>
          <a:p>
            <a:endParaRPr lang="nl-NL" sz="2000" spc="-1">
              <a:solidFill>
                <a:srgbClr val="000000"/>
              </a:solidFill>
              <a:latin typeface="Arial"/>
            </a:endParaRPr>
          </a:p>
        </p:txBody>
      </p:sp>
      <p:sp>
        <p:nvSpPr>
          <p:cNvPr id="350" name="TextShape 3"/>
          <p:cNvSpPr txBox="1"/>
          <p:nvPr/>
        </p:nvSpPr>
        <p:spPr>
          <a:xfrm>
            <a:off x="9779160" y="6124680"/>
            <a:ext cx="626760" cy="364680"/>
          </a:xfrm>
          <a:prstGeom prst="rect">
            <a:avLst/>
          </a:prstGeom>
          <a:noFill/>
          <a:ln>
            <a:noFill/>
          </a:ln>
        </p:spPr>
        <p:txBody>
          <a:bodyPr anchor="ctr">
            <a:noAutofit/>
          </a:bodyPr>
          <a:lstStyle/>
          <a:p>
            <a:pPr algn="r">
              <a:lnSpc>
                <a:spcPct val="100000"/>
              </a:lnSpc>
            </a:pPr>
            <a:fld id="{1F74CBB3-305C-4E16-81DA-1BC6AB8720BB}" type="slidenum">
              <a:rPr lang="nl-NL" sz="1000" spc="-1">
                <a:solidFill>
                  <a:srgbClr val="FFFFFF"/>
                </a:solidFill>
                <a:latin typeface="Arial"/>
                <a:ea typeface="Arial"/>
              </a:rPr>
              <a:t>12</a:t>
            </a:fld>
            <a:endParaRPr lang="en-US" sz="1000" spc="-1">
              <a:latin typeface="Calibri"/>
            </a:endParaRPr>
          </a:p>
        </p:txBody>
      </p:sp>
      <p:pic>
        <p:nvPicPr>
          <p:cNvPr id="351" name="Picture 2" descr="Afbeeldingsresultaat voor data correlation"/>
          <p:cNvPicPr/>
          <p:nvPr/>
        </p:nvPicPr>
        <p:blipFill>
          <a:blip r:embed="rId2"/>
          <a:stretch/>
        </p:blipFill>
        <p:spPr>
          <a:xfrm>
            <a:off x="1934040" y="1062360"/>
            <a:ext cx="8176680" cy="5144400"/>
          </a:xfrm>
          <a:prstGeom prst="rect">
            <a:avLst/>
          </a:prstGeom>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3" name="CustomShape 1"/>
          <p:cNvSpPr/>
          <p:nvPr/>
        </p:nvSpPr>
        <p:spPr>
          <a:xfrm>
            <a:off x="0" y="0"/>
            <a:ext cx="12192000" cy="6857280"/>
          </a:xfrm>
          <a:prstGeom prst="rect">
            <a:avLst/>
          </a:prstGeom>
          <a:solidFill>
            <a:schemeClr val="tx2">
              <a:lumMod val="60000"/>
              <a:lumOff val="40000"/>
            </a:schemeClr>
          </a:solidFill>
          <a:ln>
            <a:noFill/>
          </a:ln>
          <a:effectLst>
            <a:outerShdw blurRad="4000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a:lstStyle/>
          <a:p>
            <a:endParaRPr lang="nl-NL"/>
          </a:p>
        </p:txBody>
      </p:sp>
      <p:sp>
        <p:nvSpPr>
          <p:cNvPr id="364" name="CustomShape 2"/>
          <p:cNvSpPr/>
          <p:nvPr/>
        </p:nvSpPr>
        <p:spPr>
          <a:xfrm>
            <a:off x="3433080" y="1941120"/>
            <a:ext cx="7196760" cy="74556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4300" spc="-1" dirty="0">
                <a:solidFill>
                  <a:srgbClr val="FFFFFF"/>
                </a:solidFill>
                <a:latin typeface="Bernard MT Condensed"/>
                <a:ea typeface="ＭＳ Ｐゴシック"/>
              </a:rPr>
              <a:t>Data </a:t>
            </a:r>
            <a:r>
              <a:rPr lang="en-US" sz="4300" spc="-1" dirty="0" err="1">
                <a:solidFill>
                  <a:srgbClr val="FFFFFF"/>
                </a:solidFill>
                <a:latin typeface="Bernard MT Condensed"/>
                <a:ea typeface="ＭＳ Ｐゴシック"/>
              </a:rPr>
              <a:t>Manipulatie</a:t>
            </a:r>
            <a:endParaRPr lang="en-US" sz="4300" spc="-1" dirty="0">
              <a:latin typeface="Calibri"/>
            </a:endParaRPr>
          </a:p>
        </p:txBody>
      </p:sp>
    </p:spTree>
    <p:extLst>
      <p:ext uri="{BB962C8B-B14F-4D97-AF65-F5344CB8AC3E}">
        <p14:creationId xmlns:p14="http://schemas.microsoft.com/office/powerpoint/2010/main" val="26031177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01AD3AF-0B7B-4B53-BE20-BA4D973DAA1F}"/>
              </a:ext>
            </a:extLst>
          </p:cNvPr>
          <p:cNvSpPr>
            <a:spLocks noGrp="1"/>
          </p:cNvSpPr>
          <p:nvPr>
            <p:ph type="title"/>
          </p:nvPr>
        </p:nvSpPr>
        <p:spPr>
          <a:xfrm>
            <a:off x="609600" y="537369"/>
            <a:ext cx="10972320" cy="1144800"/>
          </a:xfrm>
        </p:spPr>
        <p:txBody>
          <a:bodyPr/>
          <a:lstStyle/>
          <a:p>
            <a:r>
              <a:rPr lang="nl-NL" dirty="0"/>
              <a:t>Data manipulatie is niet:</a:t>
            </a:r>
          </a:p>
        </p:txBody>
      </p:sp>
      <p:pic>
        <p:nvPicPr>
          <p:cNvPr id="5" name="Afbeelding 4">
            <a:extLst>
              <a:ext uri="{FF2B5EF4-FFF2-40B4-BE49-F238E27FC236}">
                <a16:creationId xmlns:a16="http://schemas.microsoft.com/office/drawing/2014/main" id="{B5F9C967-7EB4-4609-A514-6E130CE6B5F1}"/>
              </a:ext>
            </a:extLst>
          </p:cNvPr>
          <p:cNvPicPr>
            <a:picLocks noChangeAspect="1"/>
          </p:cNvPicPr>
          <p:nvPr/>
        </p:nvPicPr>
        <p:blipFill>
          <a:blip r:embed="rId2"/>
          <a:stretch>
            <a:fillRect/>
          </a:stretch>
        </p:blipFill>
        <p:spPr>
          <a:xfrm>
            <a:off x="0" y="1488033"/>
            <a:ext cx="4432528" cy="4832598"/>
          </a:xfrm>
          <a:prstGeom prst="rect">
            <a:avLst/>
          </a:prstGeom>
        </p:spPr>
      </p:pic>
      <p:pic>
        <p:nvPicPr>
          <p:cNvPr id="7" name="Afbeelding 6">
            <a:extLst>
              <a:ext uri="{FF2B5EF4-FFF2-40B4-BE49-F238E27FC236}">
                <a16:creationId xmlns:a16="http://schemas.microsoft.com/office/drawing/2014/main" id="{2C83CF7C-18E9-4564-A343-185BF7DA2FCC}"/>
              </a:ext>
            </a:extLst>
          </p:cNvPr>
          <p:cNvPicPr>
            <a:picLocks noChangeAspect="1"/>
          </p:cNvPicPr>
          <p:nvPr/>
        </p:nvPicPr>
        <p:blipFill>
          <a:blip r:embed="rId3"/>
          <a:stretch>
            <a:fillRect/>
          </a:stretch>
        </p:blipFill>
        <p:spPr>
          <a:xfrm>
            <a:off x="5117472" y="1542468"/>
            <a:ext cx="6799489" cy="4778163"/>
          </a:xfrm>
          <a:prstGeom prst="rect">
            <a:avLst/>
          </a:prstGeom>
        </p:spPr>
      </p:pic>
    </p:spTree>
    <p:extLst>
      <p:ext uri="{BB962C8B-B14F-4D97-AF65-F5344CB8AC3E}">
        <p14:creationId xmlns:p14="http://schemas.microsoft.com/office/powerpoint/2010/main" val="20694305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ndertitel 2">
            <a:extLst>
              <a:ext uri="{FF2B5EF4-FFF2-40B4-BE49-F238E27FC236}">
                <a16:creationId xmlns:a16="http://schemas.microsoft.com/office/drawing/2014/main" id="{2932EAEB-B73F-4468-9871-A4EC1300C8F9}"/>
              </a:ext>
            </a:extLst>
          </p:cNvPr>
          <p:cNvSpPr>
            <a:spLocks noGrp="1"/>
          </p:cNvSpPr>
          <p:nvPr>
            <p:ph type="subTitle"/>
          </p:nvPr>
        </p:nvSpPr>
        <p:spPr>
          <a:xfrm>
            <a:off x="833337" y="3240536"/>
            <a:ext cx="10972320" cy="1144800"/>
          </a:xfrm>
        </p:spPr>
        <p:txBody>
          <a:bodyPr/>
          <a:lstStyle/>
          <a:p>
            <a:pPr marL="108000" indent="0">
              <a:buNone/>
            </a:pPr>
            <a:r>
              <a:rPr lang="nl-NL" sz="3600" b="0" i="1" dirty="0">
                <a:solidFill>
                  <a:srgbClr val="2D2D2D"/>
                </a:solidFill>
                <a:effectLst/>
                <a:latin typeface="Noto Sans" panose="020B0502040204020203" pitchFamily="34" charset="0"/>
              </a:rPr>
              <a:t>Data manipulatie</a:t>
            </a:r>
            <a:r>
              <a:rPr lang="nl-NL" sz="3600" b="0" i="0" dirty="0">
                <a:solidFill>
                  <a:srgbClr val="2D2D2D"/>
                </a:solidFill>
                <a:effectLst/>
                <a:latin typeface="Noto Sans" panose="020B0502040204020203" pitchFamily="34" charset="0"/>
              </a:rPr>
              <a:t> betekent het organiseren of ordenen van het soort gestructureerde gegevens dat door computerprogramma's wordt gelezen, zodat ze gemakkelijker te interpreteren zijn. Het effectief uitvoeren van dit proces kan de kwaliteit van uw gegevens en analyse verbeteren. </a:t>
            </a:r>
            <a:endParaRPr lang="nl-NL" sz="3600" dirty="0"/>
          </a:p>
        </p:txBody>
      </p:sp>
    </p:spTree>
    <p:extLst>
      <p:ext uri="{BB962C8B-B14F-4D97-AF65-F5344CB8AC3E}">
        <p14:creationId xmlns:p14="http://schemas.microsoft.com/office/powerpoint/2010/main" val="40516375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BDF0DEA-8701-4C35-B437-899EE9E29E2A}"/>
              </a:ext>
            </a:extLst>
          </p:cNvPr>
          <p:cNvSpPr>
            <a:spLocks noGrp="1"/>
          </p:cNvSpPr>
          <p:nvPr>
            <p:ph type="title"/>
          </p:nvPr>
        </p:nvSpPr>
        <p:spPr>
          <a:xfrm>
            <a:off x="431801" y="815945"/>
            <a:ext cx="10646363" cy="1477809"/>
          </a:xfrm>
        </p:spPr>
        <p:txBody>
          <a:bodyPr/>
          <a:lstStyle/>
          <a:p>
            <a:r>
              <a:rPr lang="nl-NL" dirty="0"/>
              <a:t>Data Filteren</a:t>
            </a:r>
          </a:p>
        </p:txBody>
      </p:sp>
      <p:sp>
        <p:nvSpPr>
          <p:cNvPr id="4" name="Tijdelijke aanduiding voor voettekst 3">
            <a:extLst>
              <a:ext uri="{FF2B5EF4-FFF2-40B4-BE49-F238E27FC236}">
                <a16:creationId xmlns:a16="http://schemas.microsoft.com/office/drawing/2014/main" id="{6874BFCB-A6D2-41A3-A009-10B604796530}"/>
              </a:ext>
            </a:extLst>
          </p:cNvPr>
          <p:cNvSpPr>
            <a:spLocks noGrp="1"/>
          </p:cNvSpPr>
          <p:nvPr>
            <p:ph type="ftr" sz="quarter" idx="16"/>
          </p:nvPr>
        </p:nvSpPr>
        <p:spPr/>
        <p:txBody>
          <a:bodyPr/>
          <a:lstStyle/>
          <a:p>
            <a:pPr>
              <a:defRPr/>
            </a:pPr>
            <a:endParaRPr lang="nl-NL" dirty="0"/>
          </a:p>
        </p:txBody>
      </p:sp>
      <p:sp>
        <p:nvSpPr>
          <p:cNvPr id="5" name="Tijdelijke aanduiding voor dianummer 4">
            <a:extLst>
              <a:ext uri="{FF2B5EF4-FFF2-40B4-BE49-F238E27FC236}">
                <a16:creationId xmlns:a16="http://schemas.microsoft.com/office/drawing/2014/main" id="{262A7D3A-E954-40AE-B2E1-ED085F0E3975}"/>
              </a:ext>
            </a:extLst>
          </p:cNvPr>
          <p:cNvSpPr>
            <a:spLocks noGrp="1"/>
          </p:cNvSpPr>
          <p:nvPr>
            <p:ph type="sldNum" sz="quarter" idx="17"/>
          </p:nvPr>
        </p:nvSpPr>
        <p:spPr/>
        <p:txBody>
          <a:bodyPr/>
          <a:lstStyle/>
          <a:p>
            <a:fld id="{49004725-3891-F142-B776-4F4F06198762}" type="slidenum">
              <a:rPr lang="nl-NL" smtClean="0"/>
              <a:pPr/>
              <a:t>16</a:t>
            </a:fld>
            <a:endParaRPr lang="nl-NL" dirty="0"/>
          </a:p>
        </p:txBody>
      </p:sp>
      <p:sp>
        <p:nvSpPr>
          <p:cNvPr id="7" name="Text Placeholder 6">
            <a:extLst>
              <a:ext uri="{FF2B5EF4-FFF2-40B4-BE49-F238E27FC236}">
                <a16:creationId xmlns:a16="http://schemas.microsoft.com/office/drawing/2014/main" id="{7E72AFAE-BC4C-9E31-33DE-A11F0A457D17}"/>
              </a:ext>
            </a:extLst>
          </p:cNvPr>
          <p:cNvSpPr>
            <a:spLocks noGrp="1"/>
          </p:cNvSpPr>
          <p:nvPr>
            <p:ph type="body" sz="quarter" idx="15"/>
          </p:nvPr>
        </p:nvSpPr>
        <p:spPr>
          <a:xfrm>
            <a:off x="431802" y="1964988"/>
            <a:ext cx="6144096" cy="4056930"/>
          </a:xfrm>
        </p:spPr>
        <p:txBody>
          <a:bodyPr/>
          <a:lstStyle/>
          <a:p>
            <a:endParaRPr lang="nl-NL" dirty="0"/>
          </a:p>
          <a:p>
            <a:r>
              <a:rPr lang="nl-NL" dirty="0"/>
              <a:t>Rijen selecteren op naam/positie</a:t>
            </a:r>
          </a:p>
          <a:p>
            <a:r>
              <a:rPr lang="nl-NL" dirty="0"/>
              <a:t>Kolommen selecteren</a:t>
            </a:r>
          </a:p>
          <a:p>
            <a:r>
              <a:rPr lang="nl-NL" dirty="0"/>
              <a:t>Dataframe filteren op inhoud (</a:t>
            </a:r>
            <a:r>
              <a:rPr lang="nl-NL" dirty="0" err="1"/>
              <a:t>bijv</a:t>
            </a:r>
            <a:r>
              <a:rPr lang="nl-NL" dirty="0"/>
              <a:t> missing </a:t>
            </a:r>
            <a:r>
              <a:rPr lang="nl-NL" dirty="0" err="1"/>
              <a:t>values</a:t>
            </a:r>
            <a:r>
              <a:rPr lang="nl-NL" dirty="0"/>
              <a:t> of specifieke subset)</a:t>
            </a:r>
          </a:p>
        </p:txBody>
      </p:sp>
      <p:pic>
        <p:nvPicPr>
          <p:cNvPr id="2050" name="Picture 2" descr="Subsetting Data Frame Rows in R">
            <a:extLst>
              <a:ext uri="{FF2B5EF4-FFF2-40B4-BE49-F238E27FC236}">
                <a16:creationId xmlns:a16="http://schemas.microsoft.com/office/drawing/2014/main" id="{3FA8C0E7-E1CD-0298-C017-69EBFA56205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2696" b="25491"/>
          <a:stretch/>
        </p:blipFill>
        <p:spPr bwMode="auto">
          <a:xfrm>
            <a:off x="6672175" y="2692589"/>
            <a:ext cx="4592546" cy="17813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9485158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7C264A-70C1-5078-87A8-4845ACF0437C}"/>
              </a:ext>
            </a:extLst>
          </p:cNvPr>
          <p:cNvSpPr>
            <a:spLocks noGrp="1"/>
          </p:cNvSpPr>
          <p:nvPr>
            <p:ph type="title"/>
          </p:nvPr>
        </p:nvSpPr>
        <p:spPr/>
        <p:txBody>
          <a:bodyPr/>
          <a:lstStyle/>
          <a:p>
            <a:r>
              <a:rPr lang="nl-NL" dirty="0"/>
              <a:t>Data Sorteren</a:t>
            </a:r>
            <a:endParaRPr lang="en-US" dirty="0"/>
          </a:p>
        </p:txBody>
      </p:sp>
      <p:pic>
        <p:nvPicPr>
          <p:cNvPr id="3074" name="Picture 2" descr="Pandas - Sort a DataFrame - Data Science Parichay">
            <a:extLst>
              <a:ext uri="{FF2B5EF4-FFF2-40B4-BE49-F238E27FC236}">
                <a16:creationId xmlns:a16="http://schemas.microsoft.com/office/drawing/2014/main" id="{66F349EE-F334-AE8F-9245-212D0FA7F98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9176" b="20647"/>
          <a:stretch/>
        </p:blipFill>
        <p:spPr bwMode="auto">
          <a:xfrm>
            <a:off x="782987" y="2804584"/>
            <a:ext cx="9935993" cy="286664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687589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E839C7-BBE7-814E-CF45-4EE7D8CD07CD}"/>
              </a:ext>
            </a:extLst>
          </p:cNvPr>
          <p:cNvSpPr>
            <a:spLocks noGrp="1"/>
          </p:cNvSpPr>
          <p:nvPr>
            <p:ph type="title"/>
          </p:nvPr>
        </p:nvSpPr>
        <p:spPr>
          <a:xfrm>
            <a:off x="431800" y="285471"/>
            <a:ext cx="10646363" cy="1477809"/>
          </a:xfrm>
        </p:spPr>
        <p:txBody>
          <a:bodyPr/>
          <a:lstStyle/>
          <a:p>
            <a:r>
              <a:rPr lang="nl-NL" dirty="0"/>
              <a:t>Long en </a:t>
            </a:r>
            <a:r>
              <a:rPr lang="nl-NL" dirty="0" err="1"/>
              <a:t>wide</a:t>
            </a:r>
            <a:r>
              <a:rPr lang="nl-NL" dirty="0"/>
              <a:t> format</a:t>
            </a:r>
            <a:endParaRPr lang="en-US" dirty="0"/>
          </a:p>
        </p:txBody>
      </p:sp>
      <p:pic>
        <p:nvPicPr>
          <p:cNvPr id="5" name="Picture 2" descr="http://garrettgman.github.io/images/tidy-9.png">
            <a:extLst>
              <a:ext uri="{FF2B5EF4-FFF2-40B4-BE49-F238E27FC236}">
                <a16:creationId xmlns:a16="http://schemas.microsoft.com/office/drawing/2014/main" id="{428F77D4-03C6-9978-D072-D6E2A0D7C47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1677" y="3719438"/>
            <a:ext cx="9144000" cy="285750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descr="http://garrettgman.github.io/images/tidy-1.png">
            <a:extLst>
              <a:ext uri="{FF2B5EF4-FFF2-40B4-BE49-F238E27FC236}">
                <a16:creationId xmlns:a16="http://schemas.microsoft.com/office/drawing/2014/main" id="{DF6368C1-67FB-543C-7906-9B0B04AC914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11677" y="1290130"/>
            <a:ext cx="9144000" cy="2857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738367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BDF0DEA-8701-4C35-B437-899EE9E29E2A}"/>
              </a:ext>
            </a:extLst>
          </p:cNvPr>
          <p:cNvSpPr>
            <a:spLocks noGrp="1"/>
          </p:cNvSpPr>
          <p:nvPr>
            <p:ph type="title"/>
          </p:nvPr>
        </p:nvSpPr>
        <p:spPr>
          <a:xfrm>
            <a:off x="431801" y="815945"/>
            <a:ext cx="10646363" cy="1477809"/>
          </a:xfrm>
        </p:spPr>
        <p:txBody>
          <a:bodyPr/>
          <a:lstStyle/>
          <a:p>
            <a:r>
              <a:rPr lang="nl-NL" dirty="0"/>
              <a:t>Nieuwe Variabelen Aanmaken</a:t>
            </a:r>
          </a:p>
        </p:txBody>
      </p:sp>
      <p:sp>
        <p:nvSpPr>
          <p:cNvPr id="3" name="Tijdelijke aanduiding voor tekst 2">
            <a:extLst>
              <a:ext uri="{FF2B5EF4-FFF2-40B4-BE49-F238E27FC236}">
                <a16:creationId xmlns:a16="http://schemas.microsoft.com/office/drawing/2014/main" id="{A66C7961-0131-4DBF-B876-C081D0ADB7B1}"/>
              </a:ext>
            </a:extLst>
          </p:cNvPr>
          <p:cNvSpPr>
            <a:spLocks noGrp="1"/>
          </p:cNvSpPr>
          <p:nvPr>
            <p:ph type="body" sz="quarter" idx="15"/>
          </p:nvPr>
        </p:nvSpPr>
        <p:spPr>
          <a:xfrm>
            <a:off x="423804" y="2197915"/>
            <a:ext cx="10638367" cy="3217333"/>
          </a:xfrm>
        </p:spPr>
        <p:txBody>
          <a:bodyPr>
            <a:normAutofit/>
          </a:bodyPr>
          <a:lstStyle/>
          <a:p>
            <a:pPr marL="108000" indent="0">
              <a:buNone/>
            </a:pPr>
            <a:r>
              <a:rPr lang="nl-NL" dirty="0"/>
              <a:t>Soms wil je nieuwe kolommen toevoegen met een zelfontworpen variabele (</a:t>
            </a:r>
            <a:r>
              <a:rPr lang="nl-NL" dirty="0" err="1"/>
              <a:t>calculated</a:t>
            </a:r>
            <a:r>
              <a:rPr lang="nl-NL" dirty="0"/>
              <a:t> columns)</a:t>
            </a:r>
          </a:p>
          <a:p>
            <a:pPr marL="108000" indent="0">
              <a:buNone/>
            </a:pPr>
            <a:endParaRPr lang="nl-NL" dirty="0"/>
          </a:p>
          <a:p>
            <a:pPr lvl="1"/>
            <a:r>
              <a:rPr lang="nl-NL" dirty="0"/>
              <a:t>Percentage van totaal</a:t>
            </a:r>
          </a:p>
          <a:p>
            <a:pPr lvl="1"/>
            <a:r>
              <a:rPr lang="nl-NL" dirty="0"/>
              <a:t>Telling van aantal metingen binnen een groep</a:t>
            </a:r>
          </a:p>
          <a:p>
            <a:pPr lvl="1"/>
            <a:r>
              <a:rPr lang="nl-NL" dirty="0"/>
              <a:t>Afgeleide van een </a:t>
            </a:r>
            <a:r>
              <a:rPr lang="nl-NL" dirty="0" err="1"/>
              <a:t>datetime</a:t>
            </a:r>
            <a:endParaRPr lang="nl-NL" dirty="0"/>
          </a:p>
          <a:p>
            <a:pPr lvl="1"/>
            <a:r>
              <a:rPr lang="nl-NL" dirty="0"/>
              <a:t>Berekening van een nieuwe variabele uit bestaande informatie</a:t>
            </a:r>
          </a:p>
          <a:p>
            <a:pPr lvl="1"/>
            <a:endParaRPr lang="nl-NL" dirty="0"/>
          </a:p>
        </p:txBody>
      </p:sp>
      <p:sp>
        <p:nvSpPr>
          <p:cNvPr id="4" name="Tijdelijke aanduiding voor voettekst 3">
            <a:extLst>
              <a:ext uri="{FF2B5EF4-FFF2-40B4-BE49-F238E27FC236}">
                <a16:creationId xmlns:a16="http://schemas.microsoft.com/office/drawing/2014/main" id="{6874BFCB-A6D2-41A3-A009-10B604796530}"/>
              </a:ext>
            </a:extLst>
          </p:cNvPr>
          <p:cNvSpPr>
            <a:spLocks noGrp="1"/>
          </p:cNvSpPr>
          <p:nvPr>
            <p:ph type="ftr" sz="quarter" idx="16"/>
          </p:nvPr>
        </p:nvSpPr>
        <p:spPr>
          <a:xfrm>
            <a:off x="962025" y="0"/>
            <a:ext cx="0" cy="0"/>
          </a:xfrm>
        </p:spPr>
        <p:txBody>
          <a:bodyPr/>
          <a:lstStyle/>
          <a:p>
            <a:pPr>
              <a:defRPr/>
            </a:pPr>
            <a:endParaRPr lang="nl-NL" dirty="0"/>
          </a:p>
        </p:txBody>
      </p:sp>
      <p:sp>
        <p:nvSpPr>
          <p:cNvPr id="5" name="Tijdelijke aanduiding voor dianummer 4">
            <a:extLst>
              <a:ext uri="{FF2B5EF4-FFF2-40B4-BE49-F238E27FC236}">
                <a16:creationId xmlns:a16="http://schemas.microsoft.com/office/drawing/2014/main" id="{262A7D3A-E954-40AE-B2E1-ED085F0E3975}"/>
              </a:ext>
            </a:extLst>
          </p:cNvPr>
          <p:cNvSpPr>
            <a:spLocks noGrp="1"/>
          </p:cNvSpPr>
          <p:nvPr>
            <p:ph type="sldNum" sz="quarter" idx="17"/>
          </p:nvPr>
        </p:nvSpPr>
        <p:spPr/>
        <p:txBody>
          <a:bodyPr/>
          <a:lstStyle/>
          <a:p>
            <a:fld id="{49004725-3891-F142-B776-4F4F06198762}" type="slidenum">
              <a:rPr lang="nl-NL" smtClean="0"/>
              <a:pPr/>
              <a:t>19</a:t>
            </a:fld>
            <a:endParaRPr lang="nl-NL" dirty="0"/>
          </a:p>
        </p:txBody>
      </p:sp>
    </p:spTree>
    <p:extLst>
      <p:ext uri="{BB962C8B-B14F-4D97-AF65-F5344CB8AC3E}">
        <p14:creationId xmlns:p14="http://schemas.microsoft.com/office/powerpoint/2010/main" val="39520055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FCB91B3-D869-4C87-A69B-BB80A3A73883}"/>
              </a:ext>
            </a:extLst>
          </p:cNvPr>
          <p:cNvSpPr>
            <a:spLocks noGrp="1"/>
          </p:cNvSpPr>
          <p:nvPr>
            <p:ph type="title"/>
          </p:nvPr>
        </p:nvSpPr>
        <p:spPr/>
        <p:txBody>
          <a:bodyPr/>
          <a:lstStyle/>
          <a:p>
            <a:r>
              <a:rPr lang="nl-NL" dirty="0" err="1"/>
              <a:t>Group_by</a:t>
            </a:r>
            <a:r>
              <a:rPr lang="nl-NL" dirty="0"/>
              <a:t> functie</a:t>
            </a:r>
          </a:p>
        </p:txBody>
      </p:sp>
      <p:sp>
        <p:nvSpPr>
          <p:cNvPr id="4" name="Tijdelijke aanduiding voor voettekst 3">
            <a:extLst>
              <a:ext uri="{FF2B5EF4-FFF2-40B4-BE49-F238E27FC236}">
                <a16:creationId xmlns:a16="http://schemas.microsoft.com/office/drawing/2014/main" id="{FF354706-8BF2-4D59-A83C-1F771E96A4DD}"/>
              </a:ext>
            </a:extLst>
          </p:cNvPr>
          <p:cNvSpPr>
            <a:spLocks noGrp="1"/>
          </p:cNvSpPr>
          <p:nvPr>
            <p:ph type="ftr" sz="quarter" idx="16"/>
          </p:nvPr>
        </p:nvSpPr>
        <p:spPr/>
        <p:txBody>
          <a:bodyPr/>
          <a:lstStyle/>
          <a:p>
            <a:pPr>
              <a:defRPr/>
            </a:pPr>
            <a:endParaRPr lang="nl-NL" dirty="0"/>
          </a:p>
        </p:txBody>
      </p:sp>
      <p:sp>
        <p:nvSpPr>
          <p:cNvPr id="5" name="Tijdelijke aanduiding voor dianummer 4">
            <a:extLst>
              <a:ext uri="{FF2B5EF4-FFF2-40B4-BE49-F238E27FC236}">
                <a16:creationId xmlns:a16="http://schemas.microsoft.com/office/drawing/2014/main" id="{4B1E5D91-327A-4835-BCAE-CCD4A767A7D8}"/>
              </a:ext>
            </a:extLst>
          </p:cNvPr>
          <p:cNvSpPr>
            <a:spLocks noGrp="1"/>
          </p:cNvSpPr>
          <p:nvPr>
            <p:ph type="sldNum" sz="quarter" idx="17"/>
          </p:nvPr>
        </p:nvSpPr>
        <p:spPr/>
        <p:txBody>
          <a:bodyPr/>
          <a:lstStyle/>
          <a:p>
            <a:fld id="{49004725-3891-F142-B776-4F4F06198762}" type="slidenum">
              <a:rPr lang="nl-NL" smtClean="0"/>
              <a:pPr/>
              <a:t>20</a:t>
            </a:fld>
            <a:endParaRPr lang="nl-NL" dirty="0"/>
          </a:p>
        </p:txBody>
      </p:sp>
      <p:pic>
        <p:nvPicPr>
          <p:cNvPr id="7" name="Picture 2">
            <a:extLst>
              <a:ext uri="{FF2B5EF4-FFF2-40B4-BE49-F238E27FC236}">
                <a16:creationId xmlns:a16="http://schemas.microsoft.com/office/drawing/2014/main" id="{83274010-952B-4F53-51F7-5870BD08BAA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093" t="12084" r="68616" b="31856"/>
          <a:stretch/>
        </p:blipFill>
        <p:spPr bwMode="auto">
          <a:xfrm>
            <a:off x="5117551" y="911536"/>
            <a:ext cx="5137607" cy="3503154"/>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a:extLst>
              <a:ext uri="{FF2B5EF4-FFF2-40B4-BE49-F238E27FC236}">
                <a16:creationId xmlns:a16="http://schemas.microsoft.com/office/drawing/2014/main" id="{92E6AD47-579D-E9D1-4726-DB357C1A19C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9499" t="24947" r="12201" b="44435"/>
          <a:stretch/>
        </p:blipFill>
        <p:spPr bwMode="auto">
          <a:xfrm>
            <a:off x="2968238" y="4770721"/>
            <a:ext cx="6402047" cy="16988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068668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A7E6AB-EC1C-84EB-6508-0F5F57D294BD}"/>
              </a:ext>
            </a:extLst>
          </p:cNvPr>
          <p:cNvSpPr>
            <a:spLocks noGrp="1"/>
          </p:cNvSpPr>
          <p:nvPr>
            <p:ph type="title"/>
          </p:nvPr>
        </p:nvSpPr>
        <p:spPr>
          <a:xfrm>
            <a:off x="609600" y="846000"/>
            <a:ext cx="10972320" cy="1144800"/>
          </a:xfrm>
        </p:spPr>
        <p:txBody>
          <a:bodyPr/>
          <a:lstStyle/>
          <a:p>
            <a:r>
              <a:rPr lang="nl-NL" dirty="0"/>
              <a:t>Opdracht: wat kan je allemaal ontdekken aan de gapminder dataset? </a:t>
            </a:r>
            <a:endParaRPr lang="en-US" dirty="0"/>
          </a:p>
        </p:txBody>
      </p:sp>
      <p:sp>
        <p:nvSpPr>
          <p:cNvPr id="4" name="TextBox 3">
            <a:extLst>
              <a:ext uri="{FF2B5EF4-FFF2-40B4-BE49-F238E27FC236}">
                <a16:creationId xmlns:a16="http://schemas.microsoft.com/office/drawing/2014/main" id="{FCAC7D6D-8FFA-4349-4120-B4B6991E9BC4}"/>
              </a:ext>
            </a:extLst>
          </p:cNvPr>
          <p:cNvSpPr txBox="1"/>
          <p:nvPr/>
        </p:nvSpPr>
        <p:spPr>
          <a:xfrm>
            <a:off x="609600" y="2276272"/>
            <a:ext cx="10324289" cy="4247317"/>
          </a:xfrm>
          <a:prstGeom prst="rect">
            <a:avLst/>
          </a:prstGeom>
          <a:noFill/>
        </p:spPr>
        <p:txBody>
          <a:bodyPr wrap="square" rtlCol="0">
            <a:spAutoFit/>
          </a:bodyPr>
          <a:lstStyle/>
          <a:p>
            <a:r>
              <a:rPr lang="nl-NL" dirty="0">
                <a:latin typeface="Consolas" panose="020B0609020204030204" pitchFamily="49" charset="0"/>
              </a:rPr>
              <a:t>pip </a:t>
            </a:r>
            <a:r>
              <a:rPr lang="nl-NL" dirty="0" err="1">
                <a:latin typeface="Consolas" panose="020B0609020204030204" pitchFamily="49" charset="0"/>
              </a:rPr>
              <a:t>install</a:t>
            </a:r>
            <a:r>
              <a:rPr lang="nl-NL" dirty="0">
                <a:latin typeface="Consolas" panose="020B0609020204030204" pitchFamily="49" charset="0"/>
              </a:rPr>
              <a:t> gapminder</a:t>
            </a:r>
          </a:p>
          <a:p>
            <a:r>
              <a:rPr lang="nl-NL" dirty="0" err="1">
                <a:solidFill>
                  <a:schemeClr val="accent3">
                    <a:lumMod val="50000"/>
                  </a:schemeClr>
                </a:solidFill>
                <a:latin typeface="Consolas" panose="020B0609020204030204" pitchFamily="49" charset="0"/>
              </a:rPr>
              <a:t>from</a:t>
            </a:r>
            <a:r>
              <a:rPr lang="nl-NL" dirty="0">
                <a:latin typeface="Consolas" panose="020B0609020204030204" pitchFamily="49" charset="0"/>
              </a:rPr>
              <a:t> gapminder </a:t>
            </a:r>
            <a:r>
              <a:rPr lang="nl-NL" dirty="0">
                <a:solidFill>
                  <a:schemeClr val="accent3">
                    <a:lumMod val="50000"/>
                  </a:schemeClr>
                </a:solidFill>
                <a:latin typeface="Consolas" panose="020B0609020204030204" pitchFamily="49" charset="0"/>
              </a:rPr>
              <a:t>import</a:t>
            </a:r>
            <a:r>
              <a:rPr lang="nl-NL" dirty="0">
                <a:latin typeface="Consolas" panose="020B0609020204030204" pitchFamily="49" charset="0"/>
              </a:rPr>
              <a:t> gapminder</a:t>
            </a:r>
          </a:p>
          <a:p>
            <a:endParaRPr lang="nl-NL" dirty="0">
              <a:latin typeface="Consolas" panose="020B0609020204030204" pitchFamily="49" charset="0"/>
            </a:endParaRPr>
          </a:p>
          <a:p>
            <a:r>
              <a:rPr lang="nl-NL" dirty="0">
                <a:latin typeface="Consolas" panose="020B0609020204030204" pitchFamily="49" charset="0"/>
              </a:rPr>
              <a:t>gapminder</a:t>
            </a:r>
          </a:p>
          <a:p>
            <a:endParaRPr lang="nl-NL" dirty="0"/>
          </a:p>
          <a:p>
            <a:endParaRPr lang="nl-NL" dirty="0"/>
          </a:p>
          <a:p>
            <a:r>
              <a:rPr lang="nl-NL" sz="2400" dirty="0"/>
              <a:t>Vraag 1: welke exploratieve inzichten heb je gevonden (plak getallen, plaatjes </a:t>
            </a:r>
            <a:r>
              <a:rPr lang="nl-NL" sz="2400" dirty="0" err="1"/>
              <a:t>etc</a:t>
            </a:r>
            <a:r>
              <a:rPr lang="nl-NL" sz="2400" dirty="0"/>
              <a:t> in het gedeelde document)</a:t>
            </a:r>
          </a:p>
          <a:p>
            <a:endParaRPr lang="nl-NL" sz="2400" dirty="0"/>
          </a:p>
          <a:p>
            <a:endParaRPr lang="nl-NL" sz="2400" dirty="0"/>
          </a:p>
          <a:p>
            <a:r>
              <a:rPr lang="nl-NL" sz="2400" dirty="0"/>
              <a:t>Vraag 2: welke inzichten zou je willen krijgen maar lukt het niet om in python voor elkaar te krijgen? Schrijf ze op in het document. </a:t>
            </a:r>
          </a:p>
          <a:p>
            <a:endParaRPr lang="en-US" dirty="0"/>
          </a:p>
        </p:txBody>
      </p:sp>
    </p:spTree>
    <p:extLst>
      <p:ext uri="{BB962C8B-B14F-4D97-AF65-F5344CB8AC3E}">
        <p14:creationId xmlns:p14="http://schemas.microsoft.com/office/powerpoint/2010/main" val="3593926769"/>
      </p:ext>
    </p:extLst>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Deze week in twee werkcolleges</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25167A"/>
                </a:solidFill>
                <a:latin typeface="Arial"/>
              </a:defRPr>
            </a:pPr>
            <a:r>
              <a:t>Werkcollege 4 — de stapeling</a:t>
            </a:r>
          </a:p>
          <a:p>
            <a:pPr lvl="1">
              <a:defRPr sz="1400" b="0">
                <a:solidFill>
                  <a:srgbClr val="000000"/>
                </a:solidFill>
                <a:latin typeface="Arial"/>
              </a:defRPr>
            </a:pPr>
            <a:r>
              <a:t>standaardwaarde in een functie · dictionary als opzoektabel · filteren en groeperen</a:t>
            </a:r>
          </a:p>
          <a:p>
            <a:pPr lvl="1">
              <a:defRPr sz="1400" b="0">
                <a:solidFill>
                  <a:srgbClr val="000000"/>
                </a:solidFill>
                <a:latin typeface="Arial"/>
              </a:defRPr>
            </a:pPr>
            <a:r>
              <a:t>de spelregels: vier straten, dus je bot beslist vier keer per hand</a:t>
            </a:r>
          </a:p>
          <a:p>
            <a:pPr lvl="1">
              <a:defRPr sz="1400" b="0">
                <a:solidFill>
                  <a:srgbClr val="1B4D3E"/>
                </a:solidFill>
                <a:latin typeface="Arial"/>
              </a:defRPr>
            </a:pPr>
            <a:r>
              <a:t>handsterkte · winkans · pot odds — en die laatste twee naast elkaar is een beslisregel</a:t>
            </a:r>
          </a:p>
          <a:p>
            <a:pPr>
              <a:spcBef>
                <a:spcPts val="1300"/>
              </a:spcBef>
              <a:defRPr sz="1700" b="1">
                <a:solidFill>
                  <a:srgbClr val="25167A"/>
                </a:solidFill>
                <a:latin typeface="Arial"/>
              </a:defRPr>
            </a:pPr>
            <a:r>
              <a:t>Werkcollege 5 — van bot naar data</a:t>
            </a:r>
          </a:p>
          <a:p>
            <a:pPr lvl="1">
              <a:defRPr sz="1400" b="0">
                <a:solidFill>
                  <a:srgbClr val="000000"/>
                </a:solidFill>
                <a:latin typeface="Arial"/>
              </a:defRPr>
            </a:pPr>
            <a:r>
              <a:t>live testen tegen een klasgenoot · v2 naast v1 · de spelregels terugvinden in je eigen log</a:t>
            </a:r>
          </a:p>
          <a:p>
            <a:pPr lvl="1">
              <a:defRPr sz="1400" b="0">
                <a:solidFill>
                  <a:srgbClr val="000000"/>
                </a:solidFill>
                <a:latin typeface="Arial"/>
              </a:defRPr>
            </a:pPr>
            <a:r>
              <a:t>peer review · aftrap Case 2 · twee tabellen samenvoegen · van notebook naar Streamlit</a:t>
            </a:r>
          </a:p>
          <a:p>
            <a:pPr>
              <a:spcBef>
                <a:spcPts val="1300"/>
              </a:spcBef>
              <a:defRPr sz="1700" b="1">
                <a:solidFill>
                  <a:srgbClr val="000000"/>
                </a:solidFill>
                <a:latin typeface="Arial"/>
              </a:defRPr>
            </a:pPr>
            <a:r>
              <a:t>Het hoofdwerk zit in het huiswerk: reken op 4 tot 8 uur eigen botwerk.</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Wat je bot tot nu toe kon: alleen de openingshand</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000000"/>
                </a:solidFill>
                <a:latin typeface="Arial"/>
              </a:defRPr>
            </a:pPr>
            <a:r>
              <a:t>In week 3 rekent je bot met twee kaarten en verder niets.</a:t>
            </a:r>
          </a:p>
          <a:p>
            <a:pPr lvl="1">
              <a:defRPr sz="1400" b="0">
                <a:solidFill>
                  <a:srgbClr val="000000"/>
                </a:solidFill>
                <a:latin typeface="Arial"/>
              </a:defRPr>
            </a:pPr>
            <a:r>
              <a:t>schat_winkans(["A", "K"], tegenstanders=5) → één getal, vóór de flop</a:t>
            </a:r>
          </a:p>
          <a:p>
            <a:pPr lvl="1">
              <a:defRPr sz="1400" b="0">
                <a:solidFill>
                  <a:srgbClr val="000000"/>
                </a:solidFill>
                <a:latin typeface="Arial"/>
              </a:defRPr>
            </a:pPr>
            <a:r>
              <a:t>Dat getal verandert de hele hand niet meer — ook niet als er drie schoppen vallen</a:t>
            </a:r>
          </a:p>
          <a:p>
            <a:pPr>
              <a:spcBef>
                <a:spcPts val="1300"/>
              </a:spcBef>
              <a:defRPr sz="1700" b="1">
                <a:solidFill>
                  <a:srgbClr val="000000"/>
                </a:solidFill>
                <a:latin typeface="Arial"/>
              </a:defRPr>
            </a:pPr>
            <a:r>
              <a:t>Waarom dat kon: winkansen preflop veranderen nooit.</a:t>
            </a:r>
          </a:p>
          <a:p>
            <a:pPr lvl="1">
              <a:defRPr sz="1400" b="0">
                <a:solidFill>
                  <a:srgbClr val="000000"/>
                </a:solidFill>
                <a:latin typeface="Arial"/>
              </a:defRPr>
            </a:pPr>
            <a:r>
              <a:t>169 mogelijke starthanden, dus je rekent ze één keer uit en plakt de tabel in je bot</a:t>
            </a:r>
          </a:p>
          <a:p>
            <a:pPr lvl="1">
              <a:defRPr sz="1400" b="0">
                <a:solidFill>
                  <a:srgbClr val="000000"/>
                </a:solidFill>
                <a:latin typeface="Arial"/>
              </a:defRPr>
            </a:pPr>
            <a:r>
              <a:t>Precies waar een dictionary voor bedoeld is: sleutel → waarde</a:t>
            </a:r>
          </a:p>
          <a:p>
            <a:pPr>
              <a:spcBef>
                <a:spcPts val="1300"/>
              </a:spcBef>
              <a:defRPr sz="1700" b="1">
                <a:solidFill>
                  <a:srgbClr val="000000"/>
                </a:solidFill>
                <a:latin typeface="Arial"/>
              </a:defRPr>
            </a:pPr>
            <a:r>
              <a:t>Wat je bot dus niet weet:</a:t>
            </a:r>
          </a:p>
          <a:p>
            <a:pPr lvl="1">
              <a:defRPr sz="1400" b="0">
                <a:solidFill>
                  <a:srgbClr val="505A64"/>
                </a:solidFill>
                <a:latin typeface="Arial"/>
              </a:defRPr>
            </a:pPr>
            <a:r>
              <a:t>of het bord bij zijn kaarten past, of iemand anders aan een flush werkt</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Vanaf week 5: per straat opnieuw rekenen</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000000"/>
                </a:solidFill>
                <a:latin typeface="Arial"/>
              </a:defRPr>
            </a:pPr>
            <a:r>
              <a:t>Je bot krijgt het bord erbij, en zijn eigen kaarten mét kleur.</a:t>
            </a:r>
          </a:p>
          <a:p>
            <a:pPr lvl="1">
              <a:defRPr sz="1400" b="0">
                <a:solidFill>
                  <a:srgbClr val="1B4D3E"/>
                </a:solidFill>
                <a:latin typeface="Arial"/>
              </a:defRPr>
            </a:pPr>
            <a:r>
              <a:t>schat_winkans(hand_met_kleur, bord=bord, tegenstanders=3)</a:t>
            </a:r>
          </a:p>
          <a:p>
            <a:pPr lvl="1">
              <a:defRPr sz="1400" b="0">
                <a:solidFill>
                  <a:srgbClr val="000000"/>
                </a:solidFill>
                <a:latin typeface="Arial"/>
              </a:defRPr>
            </a:pPr>
            <a:r>
              <a:t>De ontbrekende kaarten worden om jouw bord heen gedeeld — geen willekeurig bord meer</a:t>
            </a:r>
          </a:p>
          <a:p>
            <a:pPr>
              <a:spcBef>
                <a:spcPts val="1300"/>
              </a:spcBef>
              <a:defRPr sz="1700" b="1">
                <a:solidFill>
                  <a:srgbClr val="000000"/>
                </a:solidFill>
                <a:latin typeface="Arial"/>
              </a:defRPr>
            </a:pPr>
            <a:r>
              <a:t>Kleur is hier niet optioneel. Zelfde rangen, bord met drie schoppen:</a:t>
            </a:r>
          </a:p>
          <a:p>
            <a:pPr lvl="1">
              <a:defRPr sz="1400" b="0">
                <a:solidFill>
                  <a:srgbClr val="1B4D3E"/>
                </a:solidFill>
                <a:latin typeface="Arial"/>
              </a:defRPr>
            </a:pPr>
            <a:r>
              <a:t>S7 S8, allebei schoppen: 36,6% op de flop — en 94,1% op de river, met de flush</a:t>
            </a:r>
          </a:p>
          <a:p>
            <a:pPr lvl="1">
              <a:defRPr sz="1400" b="0">
                <a:solidFill>
                  <a:srgbClr val="505A64"/>
                </a:solidFill>
                <a:latin typeface="Arial"/>
              </a:defRPr>
            </a:pPr>
            <a:r>
              <a:t>H7 C8, gemengde kleuren: 8,0% op de flop — en 0,0% op de river</a:t>
            </a:r>
          </a:p>
          <a:p>
            <a:pPr>
              <a:spcBef>
                <a:spcPts val="1300"/>
              </a:spcBef>
              <a:defRPr sz="1700" b="1">
                <a:solidFill>
                  <a:srgbClr val="000000"/>
                </a:solidFill>
                <a:latin typeface="Arial"/>
              </a:defRPr>
            </a:pPr>
            <a:r>
              <a:t>En een opzoektabel werkt hier niet meer.</a:t>
            </a:r>
          </a:p>
          <a:p>
            <a:pPr lvl="1">
              <a:defRPr sz="1400" b="0">
                <a:solidFill>
                  <a:srgbClr val="000000"/>
                </a:solidFill>
                <a:latin typeface="Arial"/>
              </a:defRPr>
            </a:pPr>
            <a:r>
              <a:t>Binnen de categorie "één paar" op de flop loopt de echte winkans van 8,5% tot 75,5%</a:t>
            </a:r>
          </a:p>
          <a:p>
            <a:pPr lvl="1">
              <a:defRPr sz="1400" b="0">
                <a:solidFill>
                  <a:srgbClr val="505A64"/>
                </a:solidFill>
                <a:latin typeface="Arial"/>
              </a:defRPr>
            </a:pPr>
            <a:r>
              <a:t>Een tabelwaarde van gemiddeld 33,8% zit dan in beide richtingen ver mis</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Wat moest, en wat mocht — week 3</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25167A"/>
                </a:solidFill>
                <a:latin typeface="Arial"/>
              </a:defRPr>
            </a:pPr>
            <a:r>
              <a:t>VERPLICHT — zonder dit wordt je inzending afgekeurd</a:t>
            </a:r>
          </a:p>
          <a:p>
            <a:pPr lvl="1">
              <a:defRPr sz="1400" b="0">
                <a:solidFill>
                  <a:srgbClr val="000000"/>
                </a:solidFill>
                <a:latin typeface="Arial"/>
              </a:defRPr>
            </a:pPr>
            <a:r>
              <a:t>kies_actie(hand, stack)   — die twee namen, exact zo gespeld</a:t>
            </a:r>
          </a:p>
          <a:p>
            <a:pPr lvl="1">
              <a:defRPr sz="1400" b="0">
                <a:solidFill>
                  <a:srgbClr val="000000"/>
                </a:solidFill>
                <a:latin typeface="Arial"/>
              </a:defRPr>
            </a:pPr>
            <a:r>
              <a:t>je bot geeft één string terug: fold, call, raise, all_in of grote_raise</a:t>
            </a:r>
          </a:p>
          <a:p>
            <a:pPr>
              <a:spcBef>
                <a:spcPts val="1300"/>
              </a:spcBef>
              <a:defRPr sz="1700" b="1">
                <a:solidFill>
                  <a:srgbClr val="1B4D3E"/>
                </a:solidFill>
                <a:latin typeface="Arial"/>
              </a:defRPr>
            </a:pPr>
            <a:r>
              <a:t>OPTIONEEL — je krijgt ze alleen als je ze zelf opschrijft</a:t>
            </a:r>
          </a:p>
          <a:p>
            <a:pPr lvl="1">
              <a:defRPr sz="1400" b="0">
                <a:solidFill>
                  <a:srgbClr val="1B4D3E"/>
                </a:solidFill>
                <a:latin typeface="Arial"/>
              </a:defRPr>
            </a:pPr>
            <a:r>
              <a:t>ronde · pot · inzet_om_te_callen · tegenstander_acties_deze_hand</a:t>
            </a:r>
          </a:p>
          <a:p>
            <a:pPr lvl="1">
              <a:defRPr sz="1400" b="0">
                <a:solidFill>
                  <a:srgbClr val="000000"/>
                </a:solidFill>
                <a:latin typeface="Arial"/>
              </a:defRPr>
            </a:pPr>
            <a:r>
              <a:t>De engine kijkt naar je parameternamen. Verkeerd gespeld = je krijgt hem niet.</a:t>
            </a:r>
          </a:p>
          <a:p>
            <a:pPr>
              <a:spcBef>
                <a:spcPts val="1300"/>
              </a:spcBef>
              <a:defRPr sz="1700" b="1">
                <a:solidFill>
                  <a:srgbClr val="000000"/>
                </a:solidFill>
                <a:latin typeface="Arial"/>
              </a:defRPr>
            </a:pPr>
            <a:r>
              <a:t>Twee dingen die pas aangaan mét stack:</a:t>
            </a:r>
          </a:p>
          <a:p>
            <a:pPr lvl="1">
              <a:defRPr sz="1400" b="0">
                <a:solidFill>
                  <a:srgbClr val="000000"/>
                </a:solidFill>
                <a:latin typeface="Arial"/>
              </a:defRPr>
            </a:pPr>
            <a:r>
              <a:t>all_in en grote_raise mogen dan pas: zonder je stack kun je dat niet afwegen</a:t>
            </a:r>
          </a:p>
          <a:p>
            <a:pPr lvl="1">
              <a:defRPr sz="1400" b="0">
                <a:solidFill>
                  <a:srgbClr val="000000"/>
                </a:solidFill>
                <a:latin typeface="Arial"/>
              </a:defRPr>
            </a:pPr>
            <a:r>
              <a:t>en de cap van twee raises per straat gaat gelden</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Wat het log over de klas zegt</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000000"/>
                </a:solidFill>
                <a:latin typeface="Arial"/>
              </a:defRPr>
            </a:pPr>
            <a:r>
              <a:t>6750 beslissingen: 27 bots, 50 handen, 5 zittingen.</a:t>
            </a:r>
          </a:p>
          <a:p>
            <a:pPr lvl="1">
              <a:defRPr sz="1400" b="0">
                <a:solidFill>
                  <a:srgbClr val="000000"/>
                </a:solidFill>
                <a:latin typeface="Arial"/>
              </a:defRPr>
            </a:pPr>
            <a:r>
              <a:t>fold · 92,2% van alle beslissingen · gemiddeld -3 chips</a:t>
            </a:r>
          </a:p>
          <a:p>
            <a:pPr lvl="1">
              <a:defRPr sz="1400" b="0">
                <a:solidFill>
                  <a:srgbClr val="1B4D3E"/>
                </a:solidFill>
                <a:latin typeface="Arial"/>
              </a:defRPr>
            </a:pPr>
            <a:r>
              <a:t>call · 5,9% · gemiddeld +10 chips</a:t>
            </a:r>
          </a:p>
          <a:p>
            <a:pPr lvl="1">
              <a:defRPr sz="1400" b="0">
                <a:solidFill>
                  <a:srgbClr val="1B4D3E"/>
                </a:solidFill>
                <a:latin typeface="Arial"/>
              </a:defRPr>
            </a:pPr>
            <a:r>
              <a:t>raise · 1,3% · gemiddeld +65 chips</a:t>
            </a:r>
          </a:p>
          <a:p>
            <a:pPr lvl="1">
              <a:defRPr sz="1400" b="0">
                <a:solidFill>
                  <a:srgbClr val="1B4D3E"/>
                </a:solidFill>
                <a:latin typeface="Arial"/>
              </a:defRPr>
            </a:pPr>
            <a:r>
              <a:t>grote_raise · 0,6% · gemiddeld +19 chips</a:t>
            </a:r>
          </a:p>
          <a:p>
            <a:pPr>
              <a:spcBef>
                <a:spcPts val="1300"/>
              </a:spcBef>
              <a:defRPr sz="1700" b="1">
                <a:solidFill>
                  <a:srgbClr val="25167A"/>
                </a:solidFill>
                <a:latin typeface="Arial"/>
              </a:defRPr>
            </a:pPr>
            <a:r>
              <a:t>Elke actie behalve fold levert gemiddeld geld op.</a:t>
            </a:r>
          </a:p>
          <a:p>
            <a:pPr>
              <a:spcBef>
                <a:spcPts val="1300"/>
              </a:spcBef>
              <a:defRPr sz="1700" b="1">
                <a:solidFill>
                  <a:srgbClr val="000000"/>
                </a:solidFill>
                <a:latin typeface="Arial"/>
              </a:defRPr>
            </a:pPr>
            <a:r>
              <a:t>En toch is de mediaan van alle handen 0.</a:t>
            </a:r>
          </a:p>
          <a:p>
            <a:pPr lvl="1">
              <a:defRPr sz="1400" b="0">
                <a:solidFill>
                  <a:srgbClr val="000000"/>
                </a:solidFill>
                <a:latin typeface="Arial"/>
              </a:defRPr>
            </a:pPr>
            <a:r>
              <a:t>4838 van de 6750 handen leveren tussen 0 en 20 chips op — dat is de blind, niet het spel</a:t>
            </a:r>
          </a:p>
          <a:p>
            <a:pPr lvl="1">
              <a:defRPr sz="1400" b="0">
                <a:solidFill>
                  <a:srgbClr val="505A64"/>
                </a:solidFill>
                <a:latin typeface="Arial"/>
              </a:defRPr>
            </a:pPr>
            <a:r>
              <a:t>Zeven handen maken de hele staart. Die zie je in geen enkel samenvattend getal terug.</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De bot die niet nadenkt werd eerste</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000000"/>
                </a:solidFill>
                <a:latin typeface="Arial"/>
              </a:defRPr>
            </a:pPr>
            <a:r>
              <a:t>Toernooi week 3, 27 bots. De uitslag bovenaan:</a:t>
            </a:r>
          </a:p>
          <a:p>
            <a:pPr lvl="1">
              <a:defRPr sz="1400" b="0">
                <a:solidFill>
                  <a:srgbClr val="1B4D3E"/>
                </a:solidFill>
                <a:latin typeface="Arial"/>
              </a:defRPr>
            </a:pPr>
            <a:r>
              <a:t>1.  Testbot_CalltAlles — 1748 chips, foldt 0,0%</a:t>
            </a:r>
          </a:p>
          <a:p>
            <a:pPr lvl="1">
              <a:defRPr sz="1400" b="0">
                <a:solidFill>
                  <a:srgbClr val="000000"/>
                </a:solidFill>
                <a:latin typeface="Arial"/>
              </a:defRPr>
            </a:pPr>
            <a:r>
              <a:t>2.  een van jullie — 1738 chips, foldt 82,5%</a:t>
            </a:r>
          </a:p>
          <a:p>
            <a:pPr lvl="1">
              <a:defRPr sz="1400" b="0">
                <a:solidFill>
                  <a:srgbClr val="000000"/>
                </a:solidFill>
                <a:latin typeface="Arial"/>
              </a:defRPr>
            </a:pPr>
            <a:r>
              <a:t>3.  een van jullie — 1256 chips, foldt 58,7%</a:t>
            </a:r>
          </a:p>
          <a:p>
            <a:pPr>
              <a:spcBef>
                <a:spcPts val="1300"/>
              </a:spcBef>
              <a:defRPr sz="1700" b="1">
                <a:solidFill>
                  <a:srgbClr val="000000"/>
                </a:solidFill>
                <a:latin typeface="Arial"/>
              </a:defRPr>
            </a:pPr>
            <a:r>
              <a:t>Die eerste is één regel: geef altijd "call" terug, wat je ook hebt.</a:t>
            </a:r>
          </a:p>
          <a:p>
            <a:pPr lvl="1">
              <a:defRPr sz="1400" b="0">
                <a:solidFill>
                  <a:srgbClr val="000000"/>
                </a:solidFill>
                <a:latin typeface="Arial"/>
              </a:defRPr>
            </a:pPr>
            <a:r>
              <a:t>Geen winkans, geen pot odds, kijkt niet eens naar zijn kaarten</a:t>
            </a:r>
          </a:p>
          <a:p>
            <a:pPr lvl="1">
              <a:defRPr sz="1400" b="0">
                <a:solidFill>
                  <a:srgbClr val="000000"/>
                </a:solidFill>
                <a:latin typeface="Arial"/>
              </a:defRPr>
            </a:pPr>
            <a:r>
              <a:t>De klas foldde 92,2% van alle beslissingen; negen bots foldden 99% of meer</a:t>
            </a:r>
          </a:p>
          <a:p>
            <a:pPr lvl="1">
              <a:defRPr sz="1400" b="0">
                <a:solidFill>
                  <a:srgbClr val="505A64"/>
                </a:solidFill>
                <a:latin typeface="Arial"/>
              </a:defRPr>
            </a:pPr>
            <a:r>
              <a:t>Correlatie tussen fold% en eindstand: -0,69 — meer folden is minder eindigen</a:t>
            </a:r>
          </a:p>
          <a:p>
            <a:pPr>
              <a:spcBef>
                <a:spcPts val="1300"/>
              </a:spcBef>
              <a:defRPr sz="1700" b="1">
                <a:solidFill>
                  <a:srgbClr val="25167A"/>
                </a:solidFill>
                <a:latin typeface="Arial"/>
              </a:defRPr>
            </a:pPr>
            <a:r>
              <a:t>Waarom verliest een bot mét regels van een bot zonder regels?</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Groepscase 2 — wat je oplevert</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000000"/>
                </a:solidFill>
                <a:latin typeface="Arial"/>
              </a:defRPr>
            </a:pPr>
            <a:r>
              <a:t>Een Streamlit-dashboard over een onderwerp dat je zelf kiest.</a:t>
            </a:r>
          </a:p>
          <a:p>
            <a:pPr lvl="1">
              <a:defRPr sz="1400" b="0">
                <a:solidFill>
                  <a:srgbClr val="000000"/>
                </a:solidFill>
                <a:latin typeface="Arial"/>
              </a:defRPr>
            </a:pPr>
            <a:r>
              <a:t>Gepubliceerd via GitHub op share.streamlit.io, te openen met een link</a:t>
            </a:r>
          </a:p>
          <a:p>
            <a:pPr lvl="1">
              <a:defRPr sz="1400" b="0">
                <a:solidFill>
                  <a:srgbClr val="000000"/>
                </a:solidFill>
                <a:latin typeface="Arial"/>
              </a:defRPr>
            </a:pPr>
            <a:r>
              <a:t>De app haalt de data zelf op bij een openbare API — niet met de hand gedownload</a:t>
            </a:r>
          </a:p>
          <a:p>
            <a:pPr lvl="1">
              <a:defRPr sz="1400" b="0">
                <a:solidFill>
                  <a:srgbClr val="1B4D3E"/>
                </a:solidFill>
                <a:latin typeface="Arial"/>
              </a:defRPr>
            </a:pPr>
            <a:r>
              <a:t>Minimaal één join: twee bronnen die je tot één tabel samenvoegt</a:t>
            </a:r>
          </a:p>
          <a:p>
            <a:pPr>
              <a:spcBef>
                <a:spcPts val="1300"/>
              </a:spcBef>
              <a:defRPr sz="1700" b="1">
                <a:solidFill>
                  <a:srgbClr val="000000"/>
                </a:solidFill>
                <a:latin typeface="Arial"/>
              </a:defRPr>
            </a:pPr>
            <a:r>
              <a:t>Loopt over week 3 en week 4. Dat is kort.</a:t>
            </a:r>
          </a:p>
          <a:p>
            <a:pPr lvl="1">
              <a:defRPr sz="1400" b="0">
                <a:solidFill>
                  <a:srgbClr val="000000"/>
                </a:solidFill>
                <a:latin typeface="Arial"/>
              </a:defRPr>
            </a:pPr>
            <a:r>
              <a:t>Donderdag 18:00 staat je onderwerp vast: welke vraag, welke twee bronnen,</a:t>
            </a:r>
          </a:p>
          <a:p>
            <a:pPr lvl="1">
              <a:defRPr sz="1400" b="0">
                <a:solidFill>
                  <a:srgbClr val="000000"/>
                </a:solidFill>
                <a:latin typeface="Arial"/>
              </a:defRPr>
            </a:pPr>
            <a:r>
              <a:t>op welke kolom die aan elkaar passen, en wie in de groep wat doet</a:t>
            </a:r>
          </a:p>
          <a:p>
            <a:pPr>
              <a:spcBef>
                <a:spcPts val="1300"/>
              </a:spcBef>
              <a:defRPr sz="1700" b="1">
                <a:solidFill>
                  <a:srgbClr val="25167A"/>
                </a:solidFill>
                <a:latin typeface="Arial"/>
              </a:defRPr>
            </a:pPr>
            <a:r>
              <a:t>Zoek nu al op of die twee bronnen écht een gemeenschappelijke kolom hebben.</a:t>
            </a:r>
          </a:p>
          <a:p>
            <a:pPr lvl="1">
              <a:defRPr sz="1400" b="0">
                <a:solidFill>
                  <a:srgbClr val="505A64"/>
                </a:solidFill>
                <a:latin typeface="Arial"/>
              </a:defRPr>
            </a:pPr>
            <a:r>
              <a:t>"Den Haag" en "'s-Gravenhage" passen niet op elkaar zonder werk</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Waar je cijfer vandaan komt</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25167A"/>
                </a:solidFill>
                <a:latin typeface="Arial"/>
              </a:defRPr>
            </a:pPr>
            <a:r>
              <a:t>Drie criteria voor IDS — de data-kant</a:t>
            </a:r>
          </a:p>
          <a:p>
            <a:pPr lvl="1">
              <a:defRPr sz="1400" b="0">
                <a:solidFill>
                  <a:srgbClr val="000000"/>
                </a:solidFill>
                <a:latin typeface="Arial"/>
              </a:defRPr>
            </a:pPr>
            <a:r>
              <a:t>Data verzameling · twee bronnen, plus de sleutel en de rijen vóór en ná de join</a:t>
            </a:r>
          </a:p>
          <a:p>
            <a:pPr lvl="1">
              <a:defRPr sz="1400" b="0">
                <a:solidFill>
                  <a:srgbClr val="000000"/>
                </a:solidFill>
                <a:latin typeface="Arial"/>
              </a:defRPr>
            </a:pPr>
            <a:r>
              <a:t>Data verkenning · lege waarden, bereik, dubbele rijen — en wat je ermee deed</a:t>
            </a:r>
          </a:p>
          <a:p>
            <a:pPr lvl="1">
              <a:defRPr sz="1400" b="0">
                <a:solidFill>
                  <a:srgbClr val="000000"/>
                </a:solidFill>
                <a:latin typeface="Arial"/>
              </a:defRPr>
            </a:pPr>
            <a:r>
              <a:t>Analyse · een conclusie die de data draagt, niet meer dan dat</a:t>
            </a:r>
          </a:p>
          <a:p>
            <a:pPr>
              <a:spcBef>
                <a:spcPts val="1300"/>
              </a:spcBef>
              <a:defRPr sz="1700" b="1">
                <a:solidFill>
                  <a:srgbClr val="25167A"/>
                </a:solidFill>
                <a:latin typeface="Arial"/>
              </a:defRPr>
            </a:pPr>
            <a:r>
              <a:t>Vier criteria voor VA — de verhaalkant</a:t>
            </a:r>
          </a:p>
          <a:p>
            <a:pPr lvl="1">
              <a:defRPr sz="1400" b="0">
                <a:solidFill>
                  <a:srgbClr val="000000"/>
                </a:solidFill>
                <a:latin typeface="Arial"/>
              </a:defRPr>
            </a:pPr>
            <a:r>
              <a:t>Opbouw en verhaallijn · Interactiviteit · Dashboardontwerp</a:t>
            </a:r>
          </a:p>
          <a:p>
            <a:pPr lvl="1">
              <a:defRPr sz="1400" b="0">
                <a:solidFill>
                  <a:srgbClr val="000000"/>
                </a:solidFill>
                <a:latin typeface="Arial"/>
              </a:defRPr>
            </a:pPr>
            <a:r>
              <a:t>Vergelijken en annoteren · het verschil, het opgetelde verloop, of de waarde</a:t>
            </a:r>
          </a:p>
          <a:p>
            <a:pPr lvl="1">
              <a:defRPr sz="1400" b="0">
                <a:solidFill>
                  <a:srgbClr val="1B4D3E"/>
                </a:solidFill>
                <a:latin typeface="Arial"/>
              </a:defRPr>
            </a:pPr>
            <a:r>
              <a:t>ten opzichte van het moment ervoor — diff, cumsum, shift</a:t>
            </a:r>
          </a:p>
          <a:p>
            <a:pPr>
              <a:spcBef>
                <a:spcPts val="1300"/>
              </a:spcBef>
              <a:defRPr sz="1700" b="1">
                <a:solidFill>
                  <a:srgbClr val="000000"/>
                </a:solidFill>
                <a:latin typeface="Arial"/>
              </a:defRPr>
            </a:pPr>
            <a:r>
              <a:t>Vijf niveaus, van Ontbreekt (1) tot Uitstekend (9).</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Vijf voorwaarden — die gaan van je cijfer af</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000000"/>
                </a:solidFill>
                <a:latin typeface="Arial"/>
              </a:defRPr>
            </a:pPr>
            <a:r>
              <a:t>Dit zijn geen criteria maar drempels. Beide cijfers, IDS en VA.</a:t>
            </a:r>
          </a:p>
          <a:p>
            <a:pPr lvl="1">
              <a:defRPr sz="1400" b="0">
                <a:solidFill>
                  <a:srgbClr val="000000"/>
                </a:solidFill>
                <a:latin typeface="Arial"/>
              </a:defRPr>
            </a:pPr>
            <a:r>
              <a:t>App niet online, of een schone clone draait niet zonder handwerk</a:t>
            </a:r>
          </a:p>
          <a:p>
            <a:pPr lvl="1">
              <a:defRPr sz="1400" b="0">
                <a:solidFill>
                  <a:srgbClr val="25167A"/>
                </a:solidFill>
                <a:latin typeface="Arial"/>
              </a:defRPr>
            </a:pPr>
            <a:r>
              <a:t>     -1,0</a:t>
            </a:r>
          </a:p>
          <a:p>
            <a:pPr lvl="1">
              <a:defRPr sz="1400" b="0">
                <a:solidFill>
                  <a:srgbClr val="000000"/>
                </a:solidFill>
                <a:latin typeface="Arial"/>
              </a:defRPr>
            </a:pPr>
            <a:r>
              <a:t>Presentatie langer dan 10 minuten, exclusief vragen</a:t>
            </a:r>
          </a:p>
          <a:p>
            <a:pPr lvl="1">
              <a:defRPr sz="1400" b="0">
                <a:solidFill>
                  <a:srgbClr val="25167A"/>
                </a:solidFill>
                <a:latin typeface="Arial"/>
              </a:defRPr>
            </a:pPr>
            <a:r>
              <a:t>     -1,0</a:t>
            </a:r>
          </a:p>
          <a:p>
            <a:pPr lvl="1">
              <a:defRPr sz="1400" b="0">
                <a:solidFill>
                  <a:srgbClr val="000000"/>
                </a:solidFill>
                <a:latin typeface="Arial"/>
              </a:defRPr>
            </a:pPr>
            <a:r>
              <a:t>Geen slider, checkbox én dropdown, elk gekoppeld aan een tabel of grafiek</a:t>
            </a:r>
          </a:p>
          <a:p>
            <a:pPr lvl="1">
              <a:defRPr sz="1400" b="0">
                <a:solidFill>
                  <a:srgbClr val="25167A"/>
                </a:solidFill>
                <a:latin typeface="Arial"/>
              </a:defRPr>
            </a:pPr>
            <a:r>
              <a:t>     -0,5</a:t>
            </a:r>
          </a:p>
          <a:p>
            <a:pPr>
              <a:spcBef>
                <a:spcPts val="1300"/>
              </a:spcBef>
              <a:defRPr sz="1700" b="1">
                <a:solidFill>
                  <a:srgbClr val="000000"/>
                </a:solidFill>
                <a:latin typeface="Arial"/>
              </a:defRPr>
            </a:pPr>
            <a:r>
              <a:t>En twee zonder aftrek, maar niet vrijblijvend:</a:t>
            </a:r>
          </a:p>
          <a:p>
            <a:pPr lvl="1">
              <a:defRPr sz="1400" b="0">
                <a:solidFill>
                  <a:srgbClr val="505A64"/>
                </a:solidFill>
                <a:latin typeface="Arial"/>
              </a:defRPr>
            </a:pPr>
            <a:r>
              <a:t>Onderwerp op tijd gemeld · code van anderen met bron erbij, en uit te leggen</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Dat heb je vanmiddag al gedaan</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000000"/>
                </a:solidFill>
                <a:latin typeface="Arial"/>
              </a:defRPr>
            </a:pPr>
            <a:r>
              <a:t>De demo van zojuist was Case 2 in het klein:</a:t>
            </a:r>
          </a:p>
          <a:p>
            <a:pPr lvl="1">
              <a:defRPr sz="1400" b="0">
                <a:solidFill>
                  <a:srgbClr val="1B4D3E"/>
                </a:solidFill>
                <a:latin typeface="Arial"/>
              </a:defRPr>
            </a:pPr>
            <a:r>
              <a:t>twee tabellen op bot_naam samengevoegd, rijen geteld vóór en ná</a:t>
            </a:r>
          </a:p>
          <a:p>
            <a:pPr lvl="1">
              <a:defRPr sz="1400" b="0">
                <a:solidFill>
                  <a:srgbClr val="000000"/>
                </a:solidFill>
                <a:latin typeface="Arial"/>
              </a:defRPr>
            </a:pPr>
            <a:r>
              <a:t>     → criterium Data verzameling</a:t>
            </a:r>
          </a:p>
          <a:p>
            <a:pPr lvl="1">
              <a:defRPr sz="1400" b="0">
                <a:solidFill>
                  <a:srgbClr val="1B4D3E"/>
                </a:solidFill>
                <a:latin typeface="Arial"/>
              </a:defRPr>
            </a:pPr>
            <a:r>
              <a:t>928 lege waarden gevonden, en gezien wat ze met je percentage deden</a:t>
            </a:r>
          </a:p>
          <a:p>
            <a:pPr lvl="1">
              <a:defRPr sz="1400" b="0">
                <a:solidFill>
                  <a:srgbClr val="000000"/>
                </a:solidFill>
                <a:latin typeface="Arial"/>
              </a:defRPr>
            </a:pPr>
            <a:r>
              <a:t>     → criterium Data verkenning</a:t>
            </a:r>
          </a:p>
          <a:p>
            <a:pPr lvl="1">
              <a:defRPr sz="1400" b="0">
                <a:solidFill>
                  <a:srgbClr val="1B4D3E"/>
                </a:solidFill>
                <a:latin typeface="Arial"/>
              </a:defRPr>
            </a:pPr>
            <a:r>
              <a:t>diff en cumsum over het verloop van een stack</a:t>
            </a:r>
          </a:p>
          <a:p>
            <a:pPr lvl="1">
              <a:defRPr sz="1400" b="0">
                <a:solidFill>
                  <a:srgbClr val="000000"/>
                </a:solidFill>
                <a:latin typeface="Arial"/>
              </a:defRPr>
            </a:pPr>
            <a:r>
              <a:t>     → criterium Vergelijken en annoteren</a:t>
            </a:r>
          </a:p>
          <a:p>
            <a:pPr>
              <a:spcBef>
                <a:spcPts val="1300"/>
              </a:spcBef>
              <a:defRPr sz="1700" b="1">
                <a:solidFill>
                  <a:srgbClr val="000000"/>
                </a:solidFill>
                <a:latin typeface="Arial"/>
              </a:defRPr>
            </a:pPr>
            <a:r>
              <a:t>Het verschil met de case: daar kiest niemand de dataset voor je,</a:t>
            </a:r>
          </a:p>
          <a:p>
            <a:pPr lvl="1">
              <a:defRPr sz="1400" b="0">
                <a:solidFill>
                  <a:srgbClr val="505A64"/>
                </a:solidFill>
                <a:latin typeface="Arial"/>
              </a:defRPr>
            </a:pPr>
            <a:r>
              <a:t>en staat er geen kolom aan_zet klaar om je fout te laten zien.</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f4e78d3a-cc61-49cd-8a14-f134b73d0dc7" xsi:nil="true"/>
    <lcf76f155ced4ddcb4097134ff3c332f xmlns="13154f4b-2f33-414c-8955-8f00ff7c60b7">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28D8B059F7DCE246A0491CCFFD5598AC" ma:contentTypeVersion="18" ma:contentTypeDescription="Een nieuw document maken." ma:contentTypeScope="" ma:versionID="0092b0ae7f166384d445089312cd8b7a">
  <xsd:schema xmlns:xsd="http://www.w3.org/2001/XMLSchema" xmlns:xs="http://www.w3.org/2001/XMLSchema" xmlns:p="http://schemas.microsoft.com/office/2006/metadata/properties" xmlns:ns2="13154f4b-2f33-414c-8955-8f00ff7c60b7" xmlns:ns3="f4e78d3a-cc61-49cd-8a14-f134b73d0dc7" targetNamespace="http://schemas.microsoft.com/office/2006/metadata/properties" ma:root="true" ma:fieldsID="a861f29b03b293b49babd50de7945cf7" ns2:_="" ns3:_="">
    <xsd:import namespace="13154f4b-2f33-414c-8955-8f00ff7c60b7"/>
    <xsd:import namespace="f4e78d3a-cc61-49cd-8a14-f134b73d0dc7"/>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LengthInSeconds" minOccurs="0"/>
                <xsd:element ref="ns2:MediaServiceDateTaken"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lcf76f155ced4ddcb4097134ff3c332f" minOccurs="0"/>
                <xsd:element ref="ns3:TaxCatchAll" minOccurs="0"/>
                <xsd:element ref="ns2:MediaServiceOCR" minOccurs="0"/>
                <xsd:element ref="ns2:MediaServiceLocation"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3154f4b-2f33-414c-8955-8f00ff7c60b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MediaServiceDateTaken" ma:index="12" nillable="true" ma:displayName="MediaServiceDateTaken" ma:hidden="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lcf76f155ced4ddcb4097134ff3c332f" ma:index="20" nillable="true" ma:taxonomy="true" ma:internalName="lcf76f155ced4ddcb4097134ff3c332f" ma:taxonomyFieldName="MediaServiceImageTags" ma:displayName="Afbeeldingtags" ma:readOnly="false" ma:fieldId="{5cf76f15-5ced-4ddc-b409-7134ff3c332f}" ma:taxonomyMulti="true" ma:sspId="32d39682-ccf7-48d8-962f-2ca2d3d56b7f" ma:termSetId="09814cd3-568e-fe90-9814-8d621ff8fb84" ma:anchorId="fba54fb3-c3e1-fe81-a776-ca4b69148c4d" ma:open="true" ma:isKeyword="false">
      <xsd:complexType>
        <xsd:sequence>
          <xsd:element ref="pc:Terms" minOccurs="0" maxOccurs="1"/>
        </xsd:sequence>
      </xsd:complexType>
    </xsd:element>
    <xsd:element name="MediaServiceOCR" ma:index="22" nillable="true" ma:displayName="Extracted Text" ma:internalName="MediaServiceOCR" ma:readOnly="true">
      <xsd:simpleType>
        <xsd:restriction base="dms:Note">
          <xsd:maxLength value="255"/>
        </xsd:restriction>
      </xsd:simpleType>
    </xsd:element>
    <xsd:element name="MediaServiceLocation" ma:index="23" nillable="true" ma:displayName="Location" ma:description="" ma:indexed="true" ma:internalName="MediaServiceLocation" ma:readOnly="true">
      <xsd:simpleType>
        <xsd:restriction base="dms:Text"/>
      </xsd:simple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f4e78d3a-cc61-49cd-8a14-f134b73d0dc7" elementFormDefault="qualified">
    <xsd:import namespace="http://schemas.microsoft.com/office/2006/documentManagement/types"/>
    <xsd:import namespace="http://schemas.microsoft.com/office/infopath/2007/PartnerControls"/>
    <xsd:element name="SharedWithUsers" ma:index="15"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Gedeeld met details" ma:internalName="SharedWithDetails" ma:readOnly="true">
      <xsd:simpleType>
        <xsd:restriction base="dms:Note">
          <xsd:maxLength value="255"/>
        </xsd:restriction>
      </xsd:simpleType>
    </xsd:element>
    <xsd:element name="TaxCatchAll" ma:index="21" nillable="true" ma:displayName="Taxonomy Catch All Column" ma:hidden="true" ma:list="{5e95476c-48fe-47d3-8cbf-a1f09fb3c5ef}" ma:internalName="TaxCatchAll" ma:showField="CatchAllData" ma:web="f4e78d3a-cc61-49cd-8a14-f134b73d0dc7">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28ABAE5-222B-4739-9EB0-6AB4627AE394}">
  <ds:schemaRefs>
    <ds:schemaRef ds:uri="http://schemas.microsoft.com/office/2006/metadata/properties"/>
    <ds:schemaRef ds:uri="http://schemas.microsoft.com/office/infopath/2007/PartnerControls"/>
    <ds:schemaRef ds:uri="f4e78d3a-cc61-49cd-8a14-f134b73d0dc7"/>
    <ds:schemaRef ds:uri="13154f4b-2f33-414c-8955-8f00ff7c60b7"/>
  </ds:schemaRefs>
</ds:datastoreItem>
</file>

<file path=customXml/itemProps2.xml><?xml version="1.0" encoding="utf-8"?>
<ds:datastoreItem xmlns:ds="http://schemas.openxmlformats.org/officeDocument/2006/customXml" ds:itemID="{674A13D5-7154-4A31-B7EA-6415393DB0B2}">
  <ds:schemaRefs>
    <ds:schemaRef ds:uri="http://schemas.microsoft.com/sharepoint/v3/contenttype/forms"/>
  </ds:schemaRefs>
</ds:datastoreItem>
</file>

<file path=customXml/itemProps3.xml><?xml version="1.0" encoding="utf-8"?>
<ds:datastoreItem xmlns:ds="http://schemas.openxmlformats.org/officeDocument/2006/customXml" ds:itemID="{9595AF23-115A-41F7-91AD-2257F5CA226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3154f4b-2f33-414c-8955-8f00ff7c60b7"/>
    <ds:schemaRef ds:uri="f4e78d3a-cc61-49cd-8a14-f134b73d0dc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hva_algemeen</Template>
  <TotalTime>46174</TotalTime>
  <Words>621</Words>
  <Application>Microsoft Office PowerPoint</Application>
  <PresentationFormat>Breedbeeld</PresentationFormat>
  <Paragraphs>84</Paragraphs>
  <Slides>21</Slides>
  <Notes>3</Notes>
  <HiddenSlides>0</HiddenSlides>
  <MMClips>0</MMClips>
  <ScaleCrop>false</ScaleCrop>
  <HeadingPairs>
    <vt:vector size="6" baseType="variant">
      <vt:variant>
        <vt:lpstr>Gebruikte lettertypen</vt:lpstr>
      </vt:variant>
      <vt:variant>
        <vt:i4>8</vt:i4>
      </vt:variant>
      <vt:variant>
        <vt:lpstr>Thema</vt:lpstr>
      </vt:variant>
      <vt:variant>
        <vt:i4>3</vt:i4>
      </vt:variant>
      <vt:variant>
        <vt:lpstr>Diatitels</vt:lpstr>
      </vt:variant>
      <vt:variant>
        <vt:i4>21</vt:i4>
      </vt:variant>
    </vt:vector>
  </HeadingPairs>
  <TitlesOfParts>
    <vt:vector size="32" baseType="lpstr">
      <vt:lpstr>Arial</vt:lpstr>
      <vt:lpstr>Bernard MT Condensed</vt:lpstr>
      <vt:lpstr>Calibri</vt:lpstr>
      <vt:lpstr>Consolas</vt:lpstr>
      <vt:lpstr>Noto Sans</vt:lpstr>
      <vt:lpstr>Open Sans</vt:lpstr>
      <vt:lpstr>Symbol</vt:lpstr>
      <vt:lpstr>Wingdings</vt:lpstr>
      <vt:lpstr>Office Theme</vt:lpstr>
      <vt:lpstr>Office Theme</vt:lpstr>
      <vt:lpstr>Office Theme</vt:lpstr>
      <vt:lpstr>PowerPoint-presentatie</vt:lpstr>
      <vt:lpstr>PowerPoint-presentatie</vt:lpstr>
      <vt:lpstr>PowerPoint-presentatie</vt:lpstr>
      <vt:lpstr>PowerPoint-presentatie</vt:lpstr>
      <vt:lpstr>Beschrijvende Statistieken</vt:lpstr>
      <vt:lpstr>Verdelingen: Box Plot</vt:lpstr>
      <vt:lpstr>Verdelingen: histogram</vt:lpstr>
      <vt:lpstr>We kijken naar central tendencies per variabele</vt:lpstr>
      <vt:lpstr>PowerPoint-presentatie</vt:lpstr>
      <vt:lpstr>PowerPoint-presentatie</vt:lpstr>
      <vt:lpstr>Bar Chart</vt:lpstr>
      <vt:lpstr>PowerPoint-presentatie</vt:lpstr>
      <vt:lpstr>PowerPoint-presentatie</vt:lpstr>
      <vt:lpstr>Data manipulatie is niet:</vt:lpstr>
      <vt:lpstr>PowerPoint-presentatie</vt:lpstr>
      <vt:lpstr>Data Filteren</vt:lpstr>
      <vt:lpstr>Data Sorteren</vt:lpstr>
      <vt:lpstr>Long en wide format</vt:lpstr>
      <vt:lpstr>Nieuwe Variabelen Aanmaken</vt:lpstr>
      <vt:lpstr>Group_by functie</vt:lpstr>
      <vt:lpstr>Opdracht: wat kan je allemaal ontdekken aan de gapminder dataset? </vt:lpstr>
    </vt:vector>
  </TitlesOfParts>
  <Company>Creja ontwerpen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P.C. Bons</dc:creator>
  <dc:description/>
  <cp:lastModifiedBy>Ryan Burruss</cp:lastModifiedBy>
  <cp:revision>326</cp:revision>
  <dcterms:created xsi:type="dcterms:W3CDTF">2019-02-01T08:48:32Z</dcterms:created>
  <dcterms:modified xsi:type="dcterms:W3CDTF">2025-09-18T12:18:16Z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Company">
    <vt:lpwstr>Creja ontwerpen</vt:lpwstr>
  </property>
  <property fmtid="{D5CDD505-2E9C-101B-9397-08002B2CF9AE}" pid="4" name="HiddenSlides">
    <vt:i4>0</vt:i4>
  </property>
  <property fmtid="{D5CDD505-2E9C-101B-9397-08002B2CF9AE}" pid="5" name="HyperlinksChanged">
    <vt:bool>false</vt:bool>
  </property>
  <property fmtid="{D5CDD505-2E9C-101B-9397-08002B2CF9AE}" pid="6" name="LinksUpToDate">
    <vt:bool>false</vt:bool>
  </property>
  <property fmtid="{D5CDD505-2E9C-101B-9397-08002B2CF9AE}" pid="7" name="MMClips">
    <vt:i4>0</vt:i4>
  </property>
  <property fmtid="{D5CDD505-2E9C-101B-9397-08002B2CF9AE}" pid="8" name="Notes">
    <vt:i4>5</vt:i4>
  </property>
  <property fmtid="{D5CDD505-2E9C-101B-9397-08002B2CF9AE}" pid="9" name="PresentationFormat">
    <vt:lpwstr>Diavoorstelling (4:3)</vt:lpwstr>
  </property>
  <property fmtid="{D5CDD505-2E9C-101B-9397-08002B2CF9AE}" pid="10" name="ScaleCrop">
    <vt:bool>false</vt:bool>
  </property>
  <property fmtid="{D5CDD505-2E9C-101B-9397-08002B2CF9AE}" pid="11" name="ShareDoc">
    <vt:bool>false</vt:bool>
  </property>
  <property fmtid="{D5CDD505-2E9C-101B-9397-08002B2CF9AE}" pid="12" name="Slides">
    <vt:i4>43</vt:i4>
  </property>
  <property fmtid="{D5CDD505-2E9C-101B-9397-08002B2CF9AE}" pid="13" name="ContentTypeId">
    <vt:lpwstr>0x01010028D8B059F7DCE246A0491CCFFD5598AC</vt:lpwstr>
  </property>
  <property fmtid="{D5CDD505-2E9C-101B-9397-08002B2CF9AE}" pid="14" name="MediaServiceImageTags">
    <vt:lpwstr/>
  </property>
</Properties>
</file>
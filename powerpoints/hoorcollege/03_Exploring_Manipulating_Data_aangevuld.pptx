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 id="2147483674" r:id="rId6"/>
  </p:sldMasterIdLst>
  <p:notesMasterIdLst>
    <p:notesMasterId r:id="rId28"/>
  </p:notesMasterIdLst>
  <p:sldIdLst>
    <p:sldId id="300" r:id="rId7"/>
    <p:sldId id="302" r:id="rId8"/>
    <p:sldId id="280" r:id="rId9"/>
    <p:sldId id="281" r:id="rId10"/>
    <p:sldId id="894" r:id="rId11"/>
    <p:sldId id="895" r:id="rId12"/>
    <p:sldId id="896" r:id="rId13"/>
    <p:sldId id="879" r:id="rId14"/>
    <p:sldId id="268" r:id="rId15"/>
    <p:sldId id="269" r:id="rId16"/>
    <p:sldId id="901" r:id="rId17"/>
    <p:sldId id="293" r:id="rId18"/>
    <p:sldId id="881" r:id="rId19"/>
    <p:sldId id="882" r:id="rId20"/>
    <p:sldId id="883" r:id="rId21"/>
    <p:sldId id="898" r:id="rId22"/>
    <p:sldId id="900" r:id="rId23"/>
    <p:sldId id="899" r:id="rId24"/>
    <p:sldId id="274" r:id="rId25"/>
    <p:sldId id="279" r:id="rId26"/>
    <p:sldId id="893" r:id="rId27"/>
    <p:sldId id="902" r:id="rId35"/>
    <p:sldId id="903" r:id="rId36"/>
    <p:sldId id="904" r:id="rId37"/>
    <p:sldId id="905" r:id="rId3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09F42C-F8F1-4187-86E1-25A5F6409439}" v="7" dt="2023-02-21T10:57: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11"/>
    <p:restoredTop sz="94800"/>
  </p:normalViewPr>
  <p:slideViewPr>
    <p:cSldViewPr snapToGrid="0" snapToObjects="1">
      <p:cViewPr varScale="1">
        <p:scale>
          <a:sx n="78" d="100"/>
          <a:sy n="78" d="100"/>
        </p:scale>
        <p:origin x="9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k Wolbertus" userId="62c46dd4-7886-4179-9371-3a3c719e1f16" providerId="ADAL" clId="{AC8BDF3F-A3BD-4C51-93C2-8710C4E79F9F}"/>
    <pc:docChg chg="custSel addSld delSld modSld sldOrd">
      <pc:chgData name="Rick Wolbertus" userId="62c46dd4-7886-4179-9371-3a3c719e1f16" providerId="ADAL" clId="{AC8BDF3F-A3BD-4C51-93C2-8710C4E79F9F}" dt="2022-02-28T08:58:07.643" v="334" actId="47"/>
      <pc:docMkLst>
        <pc:docMk/>
      </pc:docMkLst>
      <pc:sldChg chg="del">
        <pc:chgData name="Rick Wolbertus" userId="62c46dd4-7886-4179-9371-3a3c719e1f16" providerId="ADAL" clId="{AC8BDF3F-A3BD-4C51-93C2-8710C4E79F9F}" dt="2022-02-28T08:58:07.643" v="334" actId="47"/>
        <pc:sldMkLst>
          <pc:docMk/>
          <pc:sldMk cId="0" sldId="256"/>
        </pc:sldMkLst>
      </pc:sldChg>
      <pc:sldChg chg="del">
        <pc:chgData name="Rick Wolbertus" userId="62c46dd4-7886-4179-9371-3a3c719e1f16" providerId="ADAL" clId="{AC8BDF3F-A3BD-4C51-93C2-8710C4E79F9F}" dt="2022-02-28T08:05:07.295" v="7" actId="47"/>
        <pc:sldMkLst>
          <pc:docMk/>
          <pc:sldMk cId="0" sldId="257"/>
        </pc:sldMkLst>
      </pc:sldChg>
      <pc:sldChg chg="add">
        <pc:chgData name="Rick Wolbertus" userId="62c46dd4-7886-4179-9371-3a3c719e1f16" providerId="ADAL" clId="{AC8BDF3F-A3BD-4C51-93C2-8710C4E79F9F}" dt="2022-02-28T08:36:56.345" v="124"/>
        <pc:sldMkLst>
          <pc:docMk/>
          <pc:sldMk cId="910765585" sldId="258"/>
        </pc:sldMkLst>
      </pc:sldChg>
      <pc:sldChg chg="add del">
        <pc:chgData name="Rick Wolbertus" userId="62c46dd4-7886-4179-9371-3a3c719e1f16" providerId="ADAL" clId="{AC8BDF3F-A3BD-4C51-93C2-8710C4E79F9F}" dt="2022-02-28T08:36:52.769" v="123" actId="2696"/>
        <pc:sldMkLst>
          <pc:docMk/>
          <pc:sldMk cId="3603157827" sldId="258"/>
        </pc:sldMkLst>
      </pc:sldChg>
      <pc:sldChg chg="add del">
        <pc:chgData name="Rick Wolbertus" userId="62c46dd4-7886-4179-9371-3a3c719e1f16" providerId="ADAL" clId="{AC8BDF3F-A3BD-4C51-93C2-8710C4E79F9F}" dt="2022-02-28T08:36:52.769" v="123" actId="2696"/>
        <pc:sldMkLst>
          <pc:docMk/>
          <pc:sldMk cId="1126627532" sldId="259"/>
        </pc:sldMkLst>
      </pc:sldChg>
      <pc:sldChg chg="del">
        <pc:chgData name="Rick Wolbertus" userId="62c46dd4-7886-4179-9371-3a3c719e1f16" providerId="ADAL" clId="{AC8BDF3F-A3BD-4C51-93C2-8710C4E79F9F}" dt="2022-02-28T08:04:02.750" v="2" actId="2696"/>
        <pc:sldMkLst>
          <pc:docMk/>
          <pc:sldMk cId="1718163004" sldId="259"/>
        </pc:sldMkLst>
      </pc:sldChg>
      <pc:sldChg chg="del">
        <pc:chgData name="Rick Wolbertus" userId="62c46dd4-7886-4179-9371-3a3c719e1f16" providerId="ADAL" clId="{AC8BDF3F-A3BD-4C51-93C2-8710C4E79F9F}" dt="2022-02-28T08:04:56.101" v="6" actId="47"/>
        <pc:sldMkLst>
          <pc:docMk/>
          <pc:sldMk cId="0" sldId="261"/>
        </pc:sldMkLst>
      </pc:sldChg>
      <pc:sldChg chg="del">
        <pc:chgData name="Rick Wolbertus" userId="62c46dd4-7886-4179-9371-3a3c719e1f16" providerId="ADAL" clId="{AC8BDF3F-A3BD-4C51-93C2-8710C4E79F9F}" dt="2022-02-28T08:14:02.520" v="58" actId="47"/>
        <pc:sldMkLst>
          <pc:docMk/>
          <pc:sldMk cId="0" sldId="262"/>
        </pc:sldMkLst>
      </pc:sldChg>
      <pc:sldChg chg="del">
        <pc:chgData name="Rick Wolbertus" userId="62c46dd4-7886-4179-9371-3a3c719e1f16" providerId="ADAL" clId="{AC8BDF3F-A3BD-4C51-93C2-8710C4E79F9F}" dt="2022-02-28T08:09:40.526" v="46" actId="47"/>
        <pc:sldMkLst>
          <pc:docMk/>
          <pc:sldMk cId="0" sldId="265"/>
        </pc:sldMkLst>
      </pc:sldChg>
      <pc:sldChg chg="del">
        <pc:chgData name="Rick Wolbertus" userId="62c46dd4-7886-4179-9371-3a3c719e1f16" providerId="ADAL" clId="{AC8BDF3F-A3BD-4C51-93C2-8710C4E79F9F}" dt="2022-02-28T08:09:44.127" v="47" actId="47"/>
        <pc:sldMkLst>
          <pc:docMk/>
          <pc:sldMk cId="0" sldId="266"/>
        </pc:sldMkLst>
      </pc:sldChg>
      <pc:sldChg chg="del">
        <pc:chgData name="Rick Wolbertus" userId="62c46dd4-7886-4179-9371-3a3c719e1f16" providerId="ADAL" clId="{AC8BDF3F-A3BD-4C51-93C2-8710C4E79F9F}" dt="2022-02-28T08:09:45.323" v="48" actId="47"/>
        <pc:sldMkLst>
          <pc:docMk/>
          <pc:sldMk cId="0" sldId="267"/>
        </pc:sldMkLst>
      </pc:sldChg>
      <pc:sldChg chg="delSp modSp mod">
        <pc:chgData name="Rick Wolbertus" userId="62c46dd4-7886-4179-9371-3a3c719e1f16" providerId="ADAL" clId="{AC8BDF3F-A3BD-4C51-93C2-8710C4E79F9F}" dt="2022-02-28T08:14:48.461" v="62" actId="478"/>
        <pc:sldMkLst>
          <pc:docMk/>
          <pc:sldMk cId="0" sldId="268"/>
        </pc:sldMkLst>
        <pc:spChg chg="del">
          <ac:chgData name="Rick Wolbertus" userId="62c46dd4-7886-4179-9371-3a3c719e1f16" providerId="ADAL" clId="{AC8BDF3F-A3BD-4C51-93C2-8710C4E79F9F}" dt="2022-02-28T08:14:48.461" v="62" actId="478"/>
          <ac:spMkLst>
            <pc:docMk/>
            <pc:sldMk cId="0" sldId="268"/>
            <ac:spMk id="222" creationId="{00000000-0000-0000-0000-000000000000}"/>
          </ac:spMkLst>
        </pc:spChg>
        <pc:spChg chg="mod">
          <ac:chgData name="Rick Wolbertus" userId="62c46dd4-7886-4179-9371-3a3c719e1f16" providerId="ADAL" clId="{AC8BDF3F-A3BD-4C51-93C2-8710C4E79F9F}" dt="2022-02-28T08:14:26.804" v="61" actId="20577"/>
          <ac:spMkLst>
            <pc:docMk/>
            <pc:sldMk cId="0" sldId="268"/>
            <ac:spMk id="225" creationId="{00000000-0000-0000-0000-000000000000}"/>
          </ac:spMkLst>
        </pc:spChg>
      </pc:sldChg>
      <pc:sldChg chg="modSp mod">
        <pc:chgData name="Rick Wolbertus" userId="62c46dd4-7886-4179-9371-3a3c719e1f16" providerId="ADAL" clId="{AC8BDF3F-A3BD-4C51-93C2-8710C4E79F9F}" dt="2022-02-28T08:15:02.779" v="63" actId="20577"/>
        <pc:sldMkLst>
          <pc:docMk/>
          <pc:sldMk cId="0" sldId="269"/>
        </pc:sldMkLst>
        <pc:spChg chg="mod">
          <ac:chgData name="Rick Wolbertus" userId="62c46dd4-7886-4179-9371-3a3c719e1f16" providerId="ADAL" clId="{AC8BDF3F-A3BD-4C51-93C2-8710C4E79F9F}" dt="2022-02-28T08:15:02.779" v="63" actId="20577"/>
          <ac:spMkLst>
            <pc:docMk/>
            <pc:sldMk cId="0" sldId="269"/>
            <ac:spMk id="236" creationId="{00000000-0000-0000-0000-000000000000}"/>
          </ac:spMkLst>
        </pc:spChg>
      </pc:sldChg>
      <pc:sldChg chg="modSp add del mod">
        <pc:chgData name="Rick Wolbertus" userId="62c46dd4-7886-4179-9371-3a3c719e1f16" providerId="ADAL" clId="{AC8BDF3F-A3BD-4C51-93C2-8710C4E79F9F}" dt="2022-02-28T08:36:52.769" v="123" actId="2696"/>
        <pc:sldMkLst>
          <pc:docMk/>
          <pc:sldMk cId="685865030" sldId="272"/>
        </pc:sldMkLst>
        <pc:spChg chg="mod">
          <ac:chgData name="Rick Wolbertus" userId="62c46dd4-7886-4179-9371-3a3c719e1f16" providerId="ADAL" clId="{AC8BDF3F-A3BD-4C51-93C2-8710C4E79F9F}" dt="2022-02-28T08:12:32.323" v="56" actId="255"/>
          <ac:spMkLst>
            <pc:docMk/>
            <pc:sldMk cId="685865030" sldId="272"/>
            <ac:spMk id="3" creationId="{DEE3E39D-7970-4963-8839-6FC9AAB2867F}"/>
          </ac:spMkLst>
        </pc:spChg>
      </pc:sldChg>
      <pc:sldChg chg="add">
        <pc:chgData name="Rick Wolbertus" userId="62c46dd4-7886-4179-9371-3a3c719e1f16" providerId="ADAL" clId="{AC8BDF3F-A3BD-4C51-93C2-8710C4E79F9F}" dt="2022-02-28T08:36:56.345" v="124"/>
        <pc:sldMkLst>
          <pc:docMk/>
          <pc:sldMk cId="2674004108" sldId="272"/>
        </pc:sldMkLst>
      </pc:sldChg>
      <pc:sldChg chg="add">
        <pc:chgData name="Rick Wolbertus" userId="62c46dd4-7886-4179-9371-3a3c719e1f16" providerId="ADAL" clId="{AC8BDF3F-A3BD-4C51-93C2-8710C4E79F9F}" dt="2022-02-28T08:36:56.345" v="124"/>
        <pc:sldMkLst>
          <pc:docMk/>
          <pc:sldMk cId="794026947" sldId="273"/>
        </pc:sldMkLst>
      </pc:sldChg>
      <pc:sldChg chg="modSp add del mod">
        <pc:chgData name="Rick Wolbertus" userId="62c46dd4-7886-4179-9371-3a3c719e1f16" providerId="ADAL" clId="{AC8BDF3F-A3BD-4C51-93C2-8710C4E79F9F}" dt="2022-02-28T08:36:52.769" v="123" actId="2696"/>
        <pc:sldMkLst>
          <pc:docMk/>
          <pc:sldMk cId="3358973562" sldId="273"/>
        </pc:sldMkLst>
        <pc:spChg chg="mod">
          <ac:chgData name="Rick Wolbertus" userId="62c46dd4-7886-4179-9371-3a3c719e1f16" providerId="ADAL" clId="{AC8BDF3F-A3BD-4C51-93C2-8710C4E79F9F}" dt="2022-02-28T08:12:40.075" v="57" actId="255"/>
          <ac:spMkLst>
            <pc:docMk/>
            <pc:sldMk cId="3358973562" sldId="273"/>
            <ac:spMk id="3" creationId="{BD2C259D-DB5A-4452-B80A-6ACE6E53BD3D}"/>
          </ac:spMkLst>
        </pc:spChg>
      </pc:sldChg>
      <pc:sldChg chg="modSp add mod">
        <pc:chgData name="Rick Wolbertus" userId="62c46dd4-7886-4179-9371-3a3c719e1f16" providerId="ADAL" clId="{AC8BDF3F-A3BD-4C51-93C2-8710C4E79F9F}" dt="2022-02-28T08:57:56.071" v="333" actId="27636"/>
        <pc:sldMkLst>
          <pc:docMk/>
          <pc:sldMk cId="3952005511" sldId="274"/>
        </pc:sldMkLst>
        <pc:spChg chg="mod">
          <ac:chgData name="Rick Wolbertus" userId="62c46dd4-7886-4179-9371-3a3c719e1f16" providerId="ADAL" clId="{AC8BDF3F-A3BD-4C51-93C2-8710C4E79F9F}" dt="2022-02-28T08:42:44.258" v="290" actId="1076"/>
          <ac:spMkLst>
            <pc:docMk/>
            <pc:sldMk cId="3952005511" sldId="274"/>
            <ac:spMk id="2" creationId="{0BDF0DEA-8701-4C35-B437-899EE9E29E2A}"/>
          </ac:spMkLst>
        </pc:spChg>
        <pc:spChg chg="mod">
          <ac:chgData name="Rick Wolbertus" userId="62c46dd4-7886-4179-9371-3a3c719e1f16" providerId="ADAL" clId="{AC8BDF3F-A3BD-4C51-93C2-8710C4E79F9F}" dt="2022-02-28T08:57:56.071" v="333" actId="27636"/>
          <ac:spMkLst>
            <pc:docMk/>
            <pc:sldMk cId="3952005511" sldId="274"/>
            <ac:spMk id="3" creationId="{A66C7961-0131-4DBF-B876-C081D0ADB7B1}"/>
          </ac:spMkLst>
        </pc:spChg>
        <pc:picChg chg="mod">
          <ac:chgData name="Rick Wolbertus" userId="62c46dd4-7886-4179-9371-3a3c719e1f16" providerId="ADAL" clId="{AC8BDF3F-A3BD-4C51-93C2-8710C4E79F9F}" dt="2022-02-28T08:42:49.329" v="292" actId="1076"/>
          <ac:picMkLst>
            <pc:docMk/>
            <pc:sldMk cId="3952005511" sldId="274"/>
            <ac:picMk id="11" creationId="{D0CB8DBC-0D4E-420D-9998-41706D49E476}"/>
          </ac:picMkLst>
        </pc:picChg>
      </pc:sldChg>
      <pc:sldChg chg="add">
        <pc:chgData name="Rick Wolbertus" userId="62c46dd4-7886-4179-9371-3a3c719e1f16" providerId="ADAL" clId="{AC8BDF3F-A3BD-4C51-93C2-8710C4E79F9F}" dt="2022-02-28T08:42:17.181" v="285"/>
        <pc:sldMkLst>
          <pc:docMk/>
          <pc:sldMk cId="1583053896" sldId="275"/>
        </pc:sldMkLst>
      </pc:sldChg>
      <pc:sldChg chg="add">
        <pc:chgData name="Rick Wolbertus" userId="62c46dd4-7886-4179-9371-3a3c719e1f16" providerId="ADAL" clId="{AC8BDF3F-A3BD-4C51-93C2-8710C4E79F9F}" dt="2022-02-28T08:42:17.181" v="285"/>
        <pc:sldMkLst>
          <pc:docMk/>
          <pc:sldMk cId="3733806218" sldId="276"/>
        </pc:sldMkLst>
      </pc:sldChg>
      <pc:sldChg chg="modSp add mod">
        <pc:chgData name="Rick Wolbertus" userId="62c46dd4-7886-4179-9371-3a3c719e1f16" providerId="ADAL" clId="{AC8BDF3F-A3BD-4C51-93C2-8710C4E79F9F}" dt="2022-02-28T08:42:17.239" v="286" actId="27636"/>
        <pc:sldMkLst>
          <pc:docMk/>
          <pc:sldMk cId="2306866820" sldId="279"/>
        </pc:sldMkLst>
        <pc:spChg chg="mod">
          <ac:chgData name="Rick Wolbertus" userId="62c46dd4-7886-4179-9371-3a3c719e1f16" providerId="ADAL" clId="{AC8BDF3F-A3BD-4C51-93C2-8710C4E79F9F}" dt="2022-02-28T08:42:17.239" v="286" actId="27636"/>
          <ac:spMkLst>
            <pc:docMk/>
            <pc:sldMk cId="2306866820" sldId="279"/>
            <ac:spMk id="3" creationId="{8ED69A04-2E7F-48A2-B2CA-EA4E2AA1B3A2}"/>
          </ac:spMkLst>
        </pc:spChg>
      </pc:sldChg>
      <pc:sldChg chg="del">
        <pc:chgData name="Rick Wolbertus" userId="62c46dd4-7886-4179-9371-3a3c719e1f16" providerId="ADAL" clId="{AC8BDF3F-A3BD-4C51-93C2-8710C4E79F9F}" dt="2022-02-28T08:04:34.977" v="3" actId="47"/>
        <pc:sldMkLst>
          <pc:docMk/>
          <pc:sldMk cId="0" sldId="295"/>
        </pc:sldMkLst>
      </pc:sldChg>
      <pc:sldChg chg="del">
        <pc:chgData name="Rick Wolbertus" userId="62c46dd4-7886-4179-9371-3a3c719e1f16" providerId="ADAL" clId="{AC8BDF3F-A3BD-4C51-93C2-8710C4E79F9F}" dt="2022-02-28T08:04:39.353" v="5" actId="47"/>
        <pc:sldMkLst>
          <pc:docMk/>
          <pc:sldMk cId="0" sldId="296"/>
        </pc:sldMkLst>
      </pc:sldChg>
      <pc:sldChg chg="modSp del mod">
        <pc:chgData name="Rick Wolbertus" userId="62c46dd4-7886-4179-9371-3a3c719e1f16" providerId="ADAL" clId="{AC8BDF3F-A3BD-4C51-93C2-8710C4E79F9F}" dt="2022-02-28T08:36:52.769" v="123" actId="2696"/>
        <pc:sldMkLst>
          <pc:docMk/>
          <pc:sldMk cId="870479983" sldId="297"/>
        </pc:sldMkLst>
        <pc:spChg chg="mod">
          <ac:chgData name="Rick Wolbertus" userId="62c46dd4-7886-4179-9371-3a3c719e1f16" providerId="ADAL" clId="{AC8BDF3F-A3BD-4C51-93C2-8710C4E79F9F}" dt="2022-02-28T08:05:38.595" v="34" actId="20577"/>
          <ac:spMkLst>
            <pc:docMk/>
            <pc:sldMk cId="870479983" sldId="297"/>
            <ac:spMk id="364" creationId="{00000000-0000-0000-0000-000000000000}"/>
          </ac:spMkLst>
        </pc:spChg>
      </pc:sldChg>
      <pc:sldChg chg="ord">
        <pc:chgData name="Rick Wolbertus" userId="62c46dd4-7886-4179-9371-3a3c719e1f16" providerId="ADAL" clId="{AC8BDF3F-A3BD-4C51-93C2-8710C4E79F9F}" dt="2022-02-28T08:02:30.290" v="1"/>
        <pc:sldMkLst>
          <pc:docMk/>
          <pc:sldMk cId="1689162839" sldId="302"/>
        </pc:sldMkLst>
      </pc:sldChg>
      <pc:sldChg chg="modSp mod">
        <pc:chgData name="Rick Wolbertus" userId="62c46dd4-7886-4179-9371-3a3c719e1f16" providerId="ADAL" clId="{AC8BDF3F-A3BD-4C51-93C2-8710C4E79F9F}" dt="2022-02-28T08:08:29.141" v="45" actId="20577"/>
        <pc:sldMkLst>
          <pc:docMk/>
          <pc:sldMk cId="783111978" sldId="880"/>
        </pc:sldMkLst>
        <pc:spChg chg="mod">
          <ac:chgData name="Rick Wolbertus" userId="62c46dd4-7886-4179-9371-3a3c719e1f16" providerId="ADAL" clId="{AC8BDF3F-A3BD-4C51-93C2-8710C4E79F9F}" dt="2022-02-28T08:08:29.141" v="45" actId="20577"/>
          <ac:spMkLst>
            <pc:docMk/>
            <pc:sldMk cId="783111978" sldId="880"/>
            <ac:spMk id="3" creationId="{D2B3A914-3B0C-6F4E-B5D5-92C774E12D9C}"/>
          </ac:spMkLst>
        </pc:spChg>
      </pc:sldChg>
      <pc:sldChg chg="del">
        <pc:chgData name="Rick Wolbertus" userId="62c46dd4-7886-4179-9371-3a3c719e1f16" providerId="ADAL" clId="{AC8BDF3F-A3BD-4C51-93C2-8710C4E79F9F}" dt="2022-02-28T08:04:36.609" v="4" actId="47"/>
        <pc:sldMkLst>
          <pc:docMk/>
          <pc:sldMk cId="852727484" sldId="881"/>
        </pc:sldMkLst>
      </pc:sldChg>
      <pc:sldChg chg="new del">
        <pc:chgData name="Rick Wolbertus" userId="62c46dd4-7886-4179-9371-3a3c719e1f16" providerId="ADAL" clId="{AC8BDF3F-A3BD-4C51-93C2-8710C4E79F9F}" dt="2022-02-28T08:05:45.160" v="37" actId="47"/>
        <pc:sldMkLst>
          <pc:docMk/>
          <pc:sldMk cId="1869685847" sldId="881"/>
        </pc:sldMkLst>
      </pc:sldChg>
      <pc:sldChg chg="modSp add mod ord">
        <pc:chgData name="Rick Wolbertus" userId="62c46dd4-7886-4179-9371-3a3c719e1f16" providerId="ADAL" clId="{AC8BDF3F-A3BD-4C51-93C2-8710C4E79F9F}" dt="2022-02-28T08:30:42.498" v="83" actId="20577"/>
        <pc:sldMkLst>
          <pc:docMk/>
          <pc:sldMk cId="2603117774" sldId="881"/>
        </pc:sldMkLst>
        <pc:spChg chg="mod">
          <ac:chgData name="Rick Wolbertus" userId="62c46dd4-7886-4179-9371-3a3c719e1f16" providerId="ADAL" clId="{AC8BDF3F-A3BD-4C51-93C2-8710C4E79F9F}" dt="2022-02-28T08:30:42.498" v="83" actId="20577"/>
          <ac:spMkLst>
            <pc:docMk/>
            <pc:sldMk cId="2603117774" sldId="881"/>
            <ac:spMk id="364" creationId="{00000000-0000-0000-0000-000000000000}"/>
          </ac:spMkLst>
        </pc:spChg>
      </pc:sldChg>
      <pc:sldChg chg="addSp modSp new mod">
        <pc:chgData name="Rick Wolbertus" userId="62c46dd4-7886-4179-9371-3a3c719e1f16" providerId="ADAL" clId="{AC8BDF3F-A3BD-4C51-93C2-8710C4E79F9F}" dt="2022-02-28T08:35:42.233" v="115" actId="1076"/>
        <pc:sldMkLst>
          <pc:docMk/>
          <pc:sldMk cId="2069430533" sldId="882"/>
        </pc:sldMkLst>
        <pc:spChg chg="mod">
          <ac:chgData name="Rick Wolbertus" userId="62c46dd4-7886-4179-9371-3a3c719e1f16" providerId="ADAL" clId="{AC8BDF3F-A3BD-4C51-93C2-8710C4E79F9F}" dt="2022-02-28T08:32:58.674" v="109" actId="1076"/>
          <ac:spMkLst>
            <pc:docMk/>
            <pc:sldMk cId="2069430533" sldId="882"/>
            <ac:spMk id="2" creationId="{A01AD3AF-0B7B-4B53-BE20-BA4D973DAA1F}"/>
          </ac:spMkLst>
        </pc:spChg>
        <pc:picChg chg="add mod">
          <ac:chgData name="Rick Wolbertus" userId="62c46dd4-7886-4179-9371-3a3c719e1f16" providerId="ADAL" clId="{AC8BDF3F-A3BD-4C51-93C2-8710C4E79F9F}" dt="2022-02-28T08:33:57.058" v="111" actId="1076"/>
          <ac:picMkLst>
            <pc:docMk/>
            <pc:sldMk cId="2069430533" sldId="882"/>
            <ac:picMk id="5" creationId="{B5F9C967-7EB4-4609-A514-6E130CE6B5F1}"/>
          </ac:picMkLst>
        </pc:picChg>
        <pc:picChg chg="add mod">
          <ac:chgData name="Rick Wolbertus" userId="62c46dd4-7886-4179-9371-3a3c719e1f16" providerId="ADAL" clId="{AC8BDF3F-A3BD-4C51-93C2-8710C4E79F9F}" dt="2022-02-28T08:35:42.233" v="115" actId="1076"/>
          <ac:picMkLst>
            <pc:docMk/>
            <pc:sldMk cId="2069430533" sldId="882"/>
            <ac:picMk id="7" creationId="{2C83CF7C-18E9-4564-A343-185BF7DA2FCC}"/>
          </ac:picMkLst>
        </pc:picChg>
      </pc:sldChg>
      <pc:sldChg chg="modSp new mod">
        <pc:chgData name="Rick Wolbertus" userId="62c46dd4-7886-4179-9371-3a3c719e1f16" providerId="ADAL" clId="{AC8BDF3F-A3BD-4C51-93C2-8710C4E79F9F}" dt="2022-02-28T08:36:24.142" v="122" actId="313"/>
        <pc:sldMkLst>
          <pc:docMk/>
          <pc:sldMk cId="4051637586" sldId="883"/>
        </pc:sldMkLst>
        <pc:spChg chg="mod">
          <ac:chgData name="Rick Wolbertus" userId="62c46dd4-7886-4179-9371-3a3c719e1f16" providerId="ADAL" clId="{AC8BDF3F-A3BD-4C51-93C2-8710C4E79F9F}" dt="2022-02-28T08:36:24.142" v="122" actId="313"/>
          <ac:spMkLst>
            <pc:docMk/>
            <pc:sldMk cId="4051637586" sldId="883"/>
            <ac:spMk id="3" creationId="{2932EAEB-B73F-4468-9871-A4EC1300C8F9}"/>
          </ac:spMkLst>
        </pc:spChg>
      </pc:sldChg>
      <pc:sldChg chg="new del">
        <pc:chgData name="Rick Wolbertus" userId="62c46dd4-7886-4179-9371-3a3c719e1f16" providerId="ADAL" clId="{AC8BDF3F-A3BD-4C51-93C2-8710C4E79F9F}" dt="2022-02-28T08:37:07.246" v="127" actId="47"/>
        <pc:sldMkLst>
          <pc:docMk/>
          <pc:sldMk cId="1605147402" sldId="884"/>
        </pc:sldMkLst>
      </pc:sldChg>
      <pc:sldChg chg="modSp add mod">
        <pc:chgData name="Rick Wolbertus" userId="62c46dd4-7886-4179-9371-3a3c719e1f16" providerId="ADAL" clId="{AC8BDF3F-A3BD-4C51-93C2-8710C4E79F9F}" dt="2022-02-28T08:43:36.507" v="300" actId="20577"/>
        <pc:sldMkLst>
          <pc:docMk/>
          <pc:sldMk cId="3093296034" sldId="885"/>
        </pc:sldMkLst>
        <pc:spChg chg="mod">
          <ac:chgData name="Rick Wolbertus" userId="62c46dd4-7886-4179-9371-3a3c719e1f16" providerId="ADAL" clId="{AC8BDF3F-A3BD-4C51-93C2-8710C4E79F9F}" dt="2022-02-28T08:43:36.507" v="300" actId="20577"/>
          <ac:spMkLst>
            <pc:docMk/>
            <pc:sldMk cId="3093296034" sldId="885"/>
            <ac:spMk id="364" creationId="{00000000-0000-0000-0000-000000000000}"/>
          </ac:spMkLst>
        </pc:spChg>
      </pc:sldChg>
      <pc:sldChg chg="modSp new mod">
        <pc:chgData name="Rick Wolbertus" userId="62c46dd4-7886-4179-9371-3a3c719e1f16" providerId="ADAL" clId="{AC8BDF3F-A3BD-4C51-93C2-8710C4E79F9F}" dt="2022-02-28T08:38:19.773" v="280" actId="115"/>
        <pc:sldMkLst>
          <pc:docMk/>
          <pc:sldMk cId="2799055723" sldId="886"/>
        </pc:sldMkLst>
        <pc:spChg chg="mod">
          <ac:chgData name="Rick Wolbertus" userId="62c46dd4-7886-4179-9371-3a3c719e1f16" providerId="ADAL" clId="{AC8BDF3F-A3BD-4C51-93C2-8710C4E79F9F}" dt="2022-02-28T08:38:19.773" v="280" actId="115"/>
          <ac:spMkLst>
            <pc:docMk/>
            <pc:sldMk cId="2799055723" sldId="886"/>
            <ac:spMk id="3" creationId="{D7FFBD12-DAEE-4DD7-9E5B-9089670F1718}"/>
          </ac:spMkLst>
        </pc:spChg>
      </pc:sldChg>
      <pc:sldChg chg="new del">
        <pc:chgData name="Rick Wolbertus" userId="62c46dd4-7886-4179-9371-3a3c719e1f16" providerId="ADAL" clId="{AC8BDF3F-A3BD-4C51-93C2-8710C4E79F9F}" dt="2022-02-28T08:42:19.775" v="288" actId="47"/>
        <pc:sldMkLst>
          <pc:docMk/>
          <pc:sldMk cId="2641797273" sldId="887"/>
        </pc:sldMkLst>
      </pc:sldChg>
      <pc:sldChg chg="new del">
        <pc:chgData name="Rick Wolbertus" userId="62c46dd4-7886-4179-9371-3a3c719e1f16" providerId="ADAL" clId="{AC8BDF3F-A3BD-4C51-93C2-8710C4E79F9F}" dt="2022-02-28T08:42:01.886" v="284" actId="47"/>
        <pc:sldMkLst>
          <pc:docMk/>
          <pc:sldMk cId="4123860502" sldId="888"/>
        </pc:sldMkLst>
      </pc:sldChg>
      <pc:sldChg chg="add">
        <pc:chgData name="Rick Wolbertus" userId="62c46dd4-7886-4179-9371-3a3c719e1f16" providerId="ADAL" clId="{AC8BDF3F-A3BD-4C51-93C2-8710C4E79F9F}" dt="2022-02-28T08:41:57.619" v="283"/>
        <pc:sldMkLst>
          <pc:docMk/>
          <pc:sldMk cId="2425126186" sldId="889"/>
        </pc:sldMkLst>
      </pc:sldChg>
      <pc:sldChg chg="addSp modSp new mod">
        <pc:chgData name="Rick Wolbertus" userId="62c46dd4-7886-4179-9371-3a3c719e1f16" providerId="ADAL" clId="{AC8BDF3F-A3BD-4C51-93C2-8710C4E79F9F}" dt="2022-02-28T08:44:26.252" v="331" actId="1076"/>
        <pc:sldMkLst>
          <pc:docMk/>
          <pc:sldMk cId="1171323130" sldId="890"/>
        </pc:sldMkLst>
        <pc:spChg chg="mod">
          <ac:chgData name="Rick Wolbertus" userId="62c46dd4-7886-4179-9371-3a3c719e1f16" providerId="ADAL" clId="{AC8BDF3F-A3BD-4C51-93C2-8710C4E79F9F}" dt="2022-02-28T08:44:19.235" v="327" actId="20577"/>
          <ac:spMkLst>
            <pc:docMk/>
            <pc:sldMk cId="1171323130" sldId="890"/>
            <ac:spMk id="2" creationId="{F3AAB516-D798-455F-ABFA-3492A290F2DB}"/>
          </ac:spMkLst>
        </pc:spChg>
        <pc:picChg chg="add mod">
          <ac:chgData name="Rick Wolbertus" userId="62c46dd4-7886-4179-9371-3a3c719e1f16" providerId="ADAL" clId="{AC8BDF3F-A3BD-4C51-93C2-8710C4E79F9F}" dt="2022-02-28T08:44:26.252" v="331" actId="1076"/>
          <ac:picMkLst>
            <pc:docMk/>
            <pc:sldMk cId="1171323130" sldId="890"/>
            <ac:picMk id="5" creationId="{7CE50A1B-A4BF-4D02-96BD-031534979229}"/>
          </ac:picMkLst>
        </pc:picChg>
      </pc:sldChg>
      <pc:sldMasterChg chg="delSldLayout">
        <pc:chgData name="Rick Wolbertus" userId="62c46dd4-7886-4179-9371-3a3c719e1f16" providerId="ADAL" clId="{AC8BDF3F-A3BD-4C51-93C2-8710C4E79F9F}" dt="2022-02-28T08:36:52.769" v="123" actId="2696"/>
        <pc:sldMasterMkLst>
          <pc:docMk/>
          <pc:sldMasterMk cId="0" sldId="2147483661"/>
        </pc:sldMasterMkLst>
        <pc:sldLayoutChg chg="del">
          <pc:chgData name="Rick Wolbertus" userId="62c46dd4-7886-4179-9371-3a3c719e1f16" providerId="ADAL" clId="{AC8BDF3F-A3BD-4C51-93C2-8710C4E79F9F}" dt="2022-02-28T08:36:52.769" v="123" actId="2696"/>
          <pc:sldLayoutMkLst>
            <pc:docMk/>
            <pc:sldMasterMk cId="0" sldId="2147483661"/>
            <pc:sldLayoutMk cId="32250601" sldId="2147483701"/>
          </pc:sldLayoutMkLst>
        </pc:sldLayoutChg>
      </pc:sldMasterChg>
    </pc:docChg>
  </pc:docChgLst>
  <pc:docChgLst>
    <pc:chgData name="Pieter Bons" userId="38102d34-0bd8-4c1a-9059-a8d52a88a25d" providerId="ADAL" clId="{5009F42C-F8F1-4187-86E1-25A5F6409439}"/>
    <pc:docChg chg="delSld modSld">
      <pc:chgData name="Pieter Bons" userId="38102d34-0bd8-4c1a-9059-a8d52a88a25d" providerId="ADAL" clId="{5009F42C-F8F1-4187-86E1-25A5F6409439}" dt="2023-02-21T11:50:56.008" v="13" actId="47"/>
      <pc:docMkLst>
        <pc:docMk/>
      </pc:docMkLst>
      <pc:sldChg chg="delSp del">
        <pc:chgData name="Pieter Bons" userId="38102d34-0bd8-4c1a-9059-a8d52a88a25d" providerId="ADAL" clId="{5009F42C-F8F1-4187-86E1-25A5F6409439}" dt="2023-02-21T11:50:56.008" v="13" actId="47"/>
        <pc:sldMkLst>
          <pc:docMk/>
          <pc:sldMk cId="4016291906" sldId="891"/>
        </pc:sldMkLst>
        <pc:picChg chg="del">
          <ac:chgData name="Pieter Bons" userId="38102d34-0bd8-4c1a-9059-a8d52a88a25d" providerId="ADAL" clId="{5009F42C-F8F1-4187-86E1-25A5F6409439}" dt="2023-02-21T10:57:33.808" v="5" actId="21"/>
          <ac:picMkLst>
            <pc:docMk/>
            <pc:sldMk cId="4016291906" sldId="891"/>
            <ac:picMk id="6" creationId="{E0399279-A3B0-6657-D62F-4E96DA9D01E6}"/>
          </ac:picMkLst>
        </pc:picChg>
      </pc:sldChg>
      <pc:sldChg chg="addSp modSp mod">
        <pc:chgData name="Pieter Bons" userId="38102d34-0bd8-4c1a-9059-a8d52a88a25d" providerId="ADAL" clId="{5009F42C-F8F1-4187-86E1-25A5F6409439}" dt="2023-02-21T10:57:55.999" v="12" actId="1076"/>
        <pc:sldMkLst>
          <pc:docMk/>
          <pc:sldMk cId="2833306288" sldId="894"/>
        </pc:sldMkLst>
        <pc:spChg chg="mod">
          <ac:chgData name="Pieter Bons" userId="38102d34-0bd8-4c1a-9059-a8d52a88a25d" providerId="ADAL" clId="{5009F42C-F8F1-4187-86E1-25A5F6409439}" dt="2023-02-21T10:57:42.561" v="6" actId="14100"/>
          <ac:spMkLst>
            <pc:docMk/>
            <pc:sldMk cId="2833306288" sldId="894"/>
            <ac:spMk id="3" creationId="{CD0033AB-1226-B8D3-B45A-4182B26D7E38}"/>
          </ac:spMkLst>
        </pc:spChg>
        <pc:picChg chg="add mod">
          <ac:chgData name="Pieter Bons" userId="38102d34-0bd8-4c1a-9059-a8d52a88a25d" providerId="ADAL" clId="{5009F42C-F8F1-4187-86E1-25A5F6409439}" dt="2023-02-21T10:57:55.999" v="12" actId="1076"/>
          <ac:picMkLst>
            <pc:docMk/>
            <pc:sldMk cId="2833306288" sldId="894"/>
            <ac:picMk id="4" creationId="{AC8B3D88-3762-E415-8A87-CD3EBE09CF88}"/>
          </ac:picMkLst>
        </pc:picChg>
      </pc:sldChg>
    </pc:docChg>
  </pc:docChgLst>
  <pc:docChgLst>
    <pc:chgData name="Pieter Bons" userId="38102d34-0bd8-4c1a-9059-a8d52a88a25d" providerId="ADAL" clId="{149FD94A-5351-496F-94B6-CCD13600AF26}"/>
    <pc:docChg chg="undo custSel addSld delSld modSld sldOrd delMainMaster">
      <pc:chgData name="Pieter Bons" userId="38102d34-0bd8-4c1a-9059-a8d52a88a25d" providerId="ADAL" clId="{149FD94A-5351-496F-94B6-CCD13600AF26}" dt="2022-09-20T08:56:17.281" v="1843" actId="14100"/>
      <pc:docMkLst>
        <pc:docMk/>
      </pc:docMkLst>
      <pc:sldChg chg="del">
        <pc:chgData name="Pieter Bons" userId="38102d34-0bd8-4c1a-9059-a8d52a88a25d" providerId="ADAL" clId="{149FD94A-5351-496F-94B6-CCD13600AF26}" dt="2022-09-19T09:09:29.073" v="0" actId="47"/>
        <pc:sldMkLst>
          <pc:docMk/>
          <pc:sldMk cId="910765585" sldId="258"/>
        </pc:sldMkLst>
      </pc:sldChg>
      <pc:sldChg chg="del">
        <pc:chgData name="Pieter Bons" userId="38102d34-0bd8-4c1a-9059-a8d52a88a25d" providerId="ADAL" clId="{149FD94A-5351-496F-94B6-CCD13600AF26}" dt="2022-09-19T09:09:29.073" v="0" actId="47"/>
        <pc:sldMkLst>
          <pc:docMk/>
          <pc:sldMk cId="1718163004" sldId="259"/>
        </pc:sldMkLst>
      </pc:sldChg>
      <pc:sldChg chg="delSp modSp del mod">
        <pc:chgData name="Pieter Bons" userId="38102d34-0bd8-4c1a-9059-a8d52a88a25d" providerId="ADAL" clId="{149FD94A-5351-496F-94B6-CCD13600AF26}" dt="2022-09-20T07:03:37.041" v="1018" actId="47"/>
        <pc:sldMkLst>
          <pc:docMk/>
          <pc:sldMk cId="0" sldId="264"/>
        </pc:sldMkLst>
        <pc:spChg chg="mod">
          <ac:chgData name="Pieter Bons" userId="38102d34-0bd8-4c1a-9059-a8d52a88a25d" providerId="ADAL" clId="{149FD94A-5351-496F-94B6-CCD13600AF26}" dt="2022-09-20T06:47:12.955" v="336" actId="1076"/>
          <ac:spMkLst>
            <pc:docMk/>
            <pc:sldMk cId="0" sldId="264"/>
            <ac:spMk id="2" creationId="{30165B59-35CC-9740-BF8B-F5A7CE5E827E}"/>
          </ac:spMkLst>
        </pc:spChg>
        <pc:picChg chg="del">
          <ac:chgData name="Pieter Bons" userId="38102d34-0bd8-4c1a-9059-a8d52a88a25d" providerId="ADAL" clId="{149FD94A-5351-496F-94B6-CCD13600AF26}" dt="2022-09-20T06:47:15.287" v="337" actId="478"/>
          <ac:picMkLst>
            <pc:docMk/>
            <pc:sldMk cId="0" sldId="264"/>
            <ac:picMk id="205" creationId="{00000000-0000-0000-0000-000000000000}"/>
          </ac:picMkLst>
        </pc:picChg>
      </pc:sldChg>
      <pc:sldChg chg="addSp delSp modSp mod">
        <pc:chgData name="Pieter Bons" userId="38102d34-0bd8-4c1a-9059-a8d52a88a25d" providerId="ADAL" clId="{149FD94A-5351-496F-94B6-CCD13600AF26}" dt="2022-09-20T08:52:46.302" v="1816" actId="20577"/>
        <pc:sldMkLst>
          <pc:docMk/>
          <pc:sldMk cId="0" sldId="268"/>
        </pc:sldMkLst>
        <pc:spChg chg="mod">
          <ac:chgData name="Pieter Bons" userId="38102d34-0bd8-4c1a-9059-a8d52a88a25d" providerId="ADAL" clId="{149FD94A-5351-496F-94B6-CCD13600AF26}" dt="2022-09-20T08:52:46.302" v="1816" actId="20577"/>
          <ac:spMkLst>
            <pc:docMk/>
            <pc:sldMk cId="0" sldId="268"/>
            <ac:spMk id="223" creationId="{00000000-0000-0000-0000-000000000000}"/>
          </ac:spMkLst>
        </pc:spChg>
        <pc:spChg chg="mod">
          <ac:chgData name="Pieter Bons" userId="38102d34-0bd8-4c1a-9059-a8d52a88a25d" providerId="ADAL" clId="{149FD94A-5351-496F-94B6-CCD13600AF26}" dt="2022-09-20T08:52:33.406" v="1813" actId="2711"/>
          <ac:spMkLst>
            <pc:docMk/>
            <pc:sldMk cId="0" sldId="268"/>
            <ac:spMk id="228" creationId="{00000000-0000-0000-0000-000000000000}"/>
          </ac:spMkLst>
        </pc:spChg>
        <pc:spChg chg="add del mod">
          <ac:chgData name="Pieter Bons" userId="38102d34-0bd8-4c1a-9059-a8d52a88a25d" providerId="ADAL" clId="{149FD94A-5351-496F-94B6-CCD13600AF26}" dt="2022-09-20T08:52:29.244" v="1812" actId="2711"/>
          <ac:spMkLst>
            <pc:docMk/>
            <pc:sldMk cId="0" sldId="268"/>
            <ac:spMk id="229" creationId="{00000000-0000-0000-0000-000000000000}"/>
          </ac:spMkLst>
        </pc:spChg>
      </pc:sldChg>
      <pc:sldChg chg="delSp modSp mod">
        <pc:chgData name="Pieter Bons" userId="38102d34-0bd8-4c1a-9059-a8d52a88a25d" providerId="ADAL" clId="{149FD94A-5351-496F-94B6-CCD13600AF26}" dt="2022-09-20T08:54:55.463" v="1835" actId="2711"/>
        <pc:sldMkLst>
          <pc:docMk/>
          <pc:sldMk cId="0" sldId="269"/>
        </pc:sldMkLst>
        <pc:spChg chg="mod">
          <ac:chgData name="Pieter Bons" userId="38102d34-0bd8-4c1a-9059-a8d52a88a25d" providerId="ADAL" clId="{149FD94A-5351-496F-94B6-CCD13600AF26}" dt="2022-09-20T08:54:55.463" v="1835" actId="2711"/>
          <ac:spMkLst>
            <pc:docMk/>
            <pc:sldMk cId="0" sldId="269"/>
            <ac:spMk id="235" creationId="{00000000-0000-0000-0000-000000000000}"/>
          </ac:spMkLst>
        </pc:spChg>
        <pc:spChg chg="del">
          <ac:chgData name="Pieter Bons" userId="38102d34-0bd8-4c1a-9059-a8d52a88a25d" providerId="ADAL" clId="{149FD94A-5351-496F-94B6-CCD13600AF26}" dt="2022-09-20T08:54:49.186" v="1834" actId="478"/>
          <ac:spMkLst>
            <pc:docMk/>
            <pc:sldMk cId="0" sldId="269"/>
            <ac:spMk id="236" creationId="{00000000-0000-0000-0000-000000000000}"/>
          </ac:spMkLst>
        </pc:spChg>
      </pc:sldChg>
      <pc:sldChg chg="del">
        <pc:chgData name="Pieter Bons" userId="38102d34-0bd8-4c1a-9059-a8d52a88a25d" providerId="ADAL" clId="{149FD94A-5351-496F-94B6-CCD13600AF26}" dt="2022-09-19T09:09:29.073" v="0" actId="47"/>
        <pc:sldMkLst>
          <pc:docMk/>
          <pc:sldMk cId="2674004108" sldId="272"/>
        </pc:sldMkLst>
      </pc:sldChg>
      <pc:sldChg chg="del">
        <pc:chgData name="Pieter Bons" userId="38102d34-0bd8-4c1a-9059-a8d52a88a25d" providerId="ADAL" clId="{149FD94A-5351-496F-94B6-CCD13600AF26}" dt="2022-09-19T09:09:29.073" v="0" actId="47"/>
        <pc:sldMkLst>
          <pc:docMk/>
          <pc:sldMk cId="794026947" sldId="273"/>
        </pc:sldMkLst>
      </pc:sldChg>
      <pc:sldChg chg="delSp modSp mod">
        <pc:chgData name="Pieter Bons" userId="38102d34-0bd8-4c1a-9059-a8d52a88a25d" providerId="ADAL" clId="{149FD94A-5351-496F-94B6-CCD13600AF26}" dt="2022-09-20T08:43:23.034" v="1766" actId="20577"/>
        <pc:sldMkLst>
          <pc:docMk/>
          <pc:sldMk cId="3952005511" sldId="274"/>
        </pc:sldMkLst>
        <pc:spChg chg="mod">
          <ac:chgData name="Pieter Bons" userId="38102d34-0bd8-4c1a-9059-a8d52a88a25d" providerId="ADAL" clId="{149FD94A-5351-496F-94B6-CCD13600AF26}" dt="2022-09-20T08:24:04.200" v="1143" actId="20577"/>
          <ac:spMkLst>
            <pc:docMk/>
            <pc:sldMk cId="3952005511" sldId="274"/>
            <ac:spMk id="2" creationId="{0BDF0DEA-8701-4C35-B437-899EE9E29E2A}"/>
          </ac:spMkLst>
        </pc:spChg>
        <pc:spChg chg="mod">
          <ac:chgData name="Pieter Bons" userId="38102d34-0bd8-4c1a-9059-a8d52a88a25d" providerId="ADAL" clId="{149FD94A-5351-496F-94B6-CCD13600AF26}" dt="2022-09-20T08:43:23.034" v="1766" actId="20577"/>
          <ac:spMkLst>
            <pc:docMk/>
            <pc:sldMk cId="3952005511" sldId="274"/>
            <ac:spMk id="3" creationId="{A66C7961-0131-4DBF-B876-C081D0ADB7B1}"/>
          </ac:spMkLst>
        </pc:spChg>
        <pc:picChg chg="del">
          <ac:chgData name="Pieter Bons" userId="38102d34-0bd8-4c1a-9059-a8d52a88a25d" providerId="ADAL" clId="{149FD94A-5351-496F-94B6-CCD13600AF26}" dt="2022-09-20T08:37:45.694" v="1680" actId="478"/>
          <ac:picMkLst>
            <pc:docMk/>
            <pc:sldMk cId="3952005511" sldId="274"/>
            <ac:picMk id="11" creationId="{D0CB8DBC-0D4E-420D-9998-41706D49E476}"/>
          </ac:picMkLst>
        </pc:picChg>
      </pc:sldChg>
      <pc:sldChg chg="del">
        <pc:chgData name="Pieter Bons" userId="38102d34-0bd8-4c1a-9059-a8d52a88a25d" providerId="ADAL" clId="{149FD94A-5351-496F-94B6-CCD13600AF26}" dt="2022-09-20T08:23:51.263" v="1107" actId="47"/>
        <pc:sldMkLst>
          <pc:docMk/>
          <pc:sldMk cId="1583053896" sldId="275"/>
        </pc:sldMkLst>
      </pc:sldChg>
      <pc:sldChg chg="del">
        <pc:chgData name="Pieter Bons" userId="38102d34-0bd8-4c1a-9059-a8d52a88a25d" providerId="ADAL" clId="{149FD94A-5351-496F-94B6-CCD13600AF26}" dt="2022-09-20T08:23:49.272" v="1106" actId="47"/>
        <pc:sldMkLst>
          <pc:docMk/>
          <pc:sldMk cId="3733806218" sldId="276"/>
        </pc:sldMkLst>
      </pc:sldChg>
      <pc:sldChg chg="del">
        <pc:chgData name="Pieter Bons" userId="38102d34-0bd8-4c1a-9059-a8d52a88a25d" providerId="ADAL" clId="{149FD94A-5351-496F-94B6-CCD13600AF26}" dt="2022-09-20T06:57:48.254" v="390" actId="47"/>
        <pc:sldMkLst>
          <pc:docMk/>
          <pc:sldMk cId="0" sldId="278"/>
        </pc:sldMkLst>
      </pc:sldChg>
      <pc:sldChg chg="addSp delSp modSp mod ord">
        <pc:chgData name="Pieter Bons" userId="38102d34-0bd8-4c1a-9059-a8d52a88a25d" providerId="ADAL" clId="{149FD94A-5351-496F-94B6-CCD13600AF26}" dt="2022-09-20T08:41:31.976" v="1754" actId="478"/>
        <pc:sldMkLst>
          <pc:docMk/>
          <pc:sldMk cId="2306866820" sldId="279"/>
        </pc:sldMkLst>
        <pc:spChg chg="del mod">
          <ac:chgData name="Pieter Bons" userId="38102d34-0bd8-4c1a-9059-a8d52a88a25d" providerId="ADAL" clId="{149FD94A-5351-496F-94B6-CCD13600AF26}" dt="2022-09-20T08:41:31.976" v="1754" actId="478"/>
          <ac:spMkLst>
            <pc:docMk/>
            <pc:sldMk cId="2306866820" sldId="279"/>
            <ac:spMk id="3" creationId="{8ED69A04-2E7F-48A2-B2CA-EA4E2AA1B3A2}"/>
          </ac:spMkLst>
        </pc:spChg>
        <pc:picChg chg="add mod">
          <ac:chgData name="Pieter Bons" userId="38102d34-0bd8-4c1a-9059-a8d52a88a25d" providerId="ADAL" clId="{149FD94A-5351-496F-94B6-CCD13600AF26}" dt="2022-09-20T08:41:27.960" v="1753" actId="1076"/>
          <ac:picMkLst>
            <pc:docMk/>
            <pc:sldMk cId="2306866820" sldId="279"/>
            <ac:picMk id="7" creationId="{83274010-952B-4F53-51F7-5870BD08BAA7}"/>
          </ac:picMkLst>
        </pc:picChg>
        <pc:picChg chg="add mod">
          <ac:chgData name="Pieter Bons" userId="38102d34-0bd8-4c1a-9059-a8d52a88a25d" providerId="ADAL" clId="{149FD94A-5351-496F-94B6-CCD13600AF26}" dt="2022-09-20T08:41:27.960" v="1753" actId="1076"/>
          <ac:picMkLst>
            <pc:docMk/>
            <pc:sldMk cId="2306866820" sldId="279"/>
            <ac:picMk id="8" creationId="{92E6AD47-579D-E9D1-4726-DB357C1A19C4}"/>
          </ac:picMkLst>
        </pc:picChg>
      </pc:sldChg>
      <pc:sldChg chg="modSp mod">
        <pc:chgData name="Pieter Bons" userId="38102d34-0bd8-4c1a-9059-a8d52a88a25d" providerId="ADAL" clId="{149FD94A-5351-496F-94B6-CCD13600AF26}" dt="2022-09-19T11:47:27.252" v="53" actId="20577"/>
        <pc:sldMkLst>
          <pc:docMk/>
          <pc:sldMk cId="0" sldId="280"/>
        </pc:sldMkLst>
        <pc:spChg chg="mod">
          <ac:chgData name="Pieter Bons" userId="38102d34-0bd8-4c1a-9059-a8d52a88a25d" providerId="ADAL" clId="{149FD94A-5351-496F-94B6-CCD13600AF26}" dt="2022-09-19T11:47:27.252" v="53" actId="20577"/>
          <ac:spMkLst>
            <pc:docMk/>
            <pc:sldMk cId="0" sldId="280"/>
            <ac:spMk id="292" creationId="{00000000-0000-0000-0000-000000000000}"/>
          </ac:spMkLst>
        </pc:spChg>
      </pc:sldChg>
      <pc:sldChg chg="modSp mod">
        <pc:chgData name="Pieter Bons" userId="38102d34-0bd8-4c1a-9059-a8d52a88a25d" providerId="ADAL" clId="{149FD94A-5351-496F-94B6-CCD13600AF26}" dt="2022-09-19T11:49:53.498" v="169" actId="20577"/>
        <pc:sldMkLst>
          <pc:docMk/>
          <pc:sldMk cId="0" sldId="281"/>
        </pc:sldMkLst>
        <pc:spChg chg="mod">
          <ac:chgData name="Pieter Bons" userId="38102d34-0bd8-4c1a-9059-a8d52a88a25d" providerId="ADAL" clId="{149FD94A-5351-496F-94B6-CCD13600AF26}" dt="2022-09-19T11:48:35.034" v="111" actId="20577"/>
          <ac:spMkLst>
            <pc:docMk/>
            <pc:sldMk cId="0" sldId="281"/>
            <ac:spMk id="294" creationId="{00000000-0000-0000-0000-000000000000}"/>
          </ac:spMkLst>
        </pc:spChg>
        <pc:spChg chg="mod">
          <ac:chgData name="Pieter Bons" userId="38102d34-0bd8-4c1a-9059-a8d52a88a25d" providerId="ADAL" clId="{149FD94A-5351-496F-94B6-CCD13600AF26}" dt="2022-09-19T11:49:53.498" v="169" actId="20577"/>
          <ac:spMkLst>
            <pc:docMk/>
            <pc:sldMk cId="0" sldId="281"/>
            <ac:spMk id="295" creationId="{00000000-0000-0000-0000-000000000000}"/>
          </ac:spMkLst>
        </pc:spChg>
      </pc:sldChg>
      <pc:sldChg chg="del">
        <pc:chgData name="Pieter Bons" userId="38102d34-0bd8-4c1a-9059-a8d52a88a25d" providerId="ADAL" clId="{149FD94A-5351-496F-94B6-CCD13600AF26}" dt="2022-09-19T12:08:49.357" v="174" actId="47"/>
        <pc:sldMkLst>
          <pc:docMk/>
          <pc:sldMk cId="0" sldId="282"/>
        </pc:sldMkLst>
      </pc:sldChg>
      <pc:sldChg chg="del">
        <pc:chgData name="Pieter Bons" userId="38102d34-0bd8-4c1a-9059-a8d52a88a25d" providerId="ADAL" clId="{149FD94A-5351-496F-94B6-CCD13600AF26}" dt="2022-09-19T12:08:49.357" v="174" actId="47"/>
        <pc:sldMkLst>
          <pc:docMk/>
          <pc:sldMk cId="0" sldId="283"/>
        </pc:sldMkLst>
      </pc:sldChg>
      <pc:sldChg chg="del">
        <pc:chgData name="Pieter Bons" userId="38102d34-0bd8-4c1a-9059-a8d52a88a25d" providerId="ADAL" clId="{149FD94A-5351-496F-94B6-CCD13600AF26}" dt="2022-09-19T12:08:49.357" v="174" actId="47"/>
        <pc:sldMkLst>
          <pc:docMk/>
          <pc:sldMk cId="0" sldId="284"/>
        </pc:sldMkLst>
      </pc:sldChg>
      <pc:sldChg chg="del">
        <pc:chgData name="Pieter Bons" userId="38102d34-0bd8-4c1a-9059-a8d52a88a25d" providerId="ADAL" clId="{149FD94A-5351-496F-94B6-CCD13600AF26}" dt="2022-09-19T12:04:50.973" v="172" actId="47"/>
        <pc:sldMkLst>
          <pc:docMk/>
          <pc:sldMk cId="0" sldId="285"/>
        </pc:sldMkLst>
      </pc:sldChg>
      <pc:sldChg chg="del">
        <pc:chgData name="Pieter Bons" userId="38102d34-0bd8-4c1a-9059-a8d52a88a25d" providerId="ADAL" clId="{149FD94A-5351-496F-94B6-CCD13600AF26}" dt="2022-09-19T12:05:55.533" v="173" actId="47"/>
        <pc:sldMkLst>
          <pc:docMk/>
          <pc:sldMk cId="0" sldId="286"/>
        </pc:sldMkLst>
      </pc:sldChg>
      <pc:sldChg chg="delSp modSp del mod">
        <pc:chgData name="Pieter Bons" userId="38102d34-0bd8-4c1a-9059-a8d52a88a25d" providerId="ADAL" clId="{149FD94A-5351-496F-94B6-CCD13600AF26}" dt="2022-09-20T06:57:46.007" v="389" actId="47"/>
        <pc:sldMkLst>
          <pc:docMk/>
          <pc:sldMk cId="0" sldId="287"/>
        </pc:sldMkLst>
        <pc:spChg chg="mod">
          <ac:chgData name="Pieter Bons" userId="38102d34-0bd8-4c1a-9059-a8d52a88a25d" providerId="ADAL" clId="{149FD94A-5351-496F-94B6-CCD13600AF26}" dt="2022-09-20T06:57:44.517" v="388" actId="6549"/>
          <ac:spMkLst>
            <pc:docMk/>
            <pc:sldMk cId="0" sldId="287"/>
            <ac:spMk id="318" creationId="{00000000-0000-0000-0000-000000000000}"/>
          </ac:spMkLst>
        </pc:spChg>
        <pc:picChg chg="del">
          <ac:chgData name="Pieter Bons" userId="38102d34-0bd8-4c1a-9059-a8d52a88a25d" providerId="ADAL" clId="{149FD94A-5351-496F-94B6-CCD13600AF26}" dt="2022-09-20T06:57:20.551" v="385" actId="478"/>
          <ac:picMkLst>
            <pc:docMk/>
            <pc:sldMk cId="0" sldId="287"/>
            <ac:picMk id="320" creationId="{00000000-0000-0000-0000-000000000000}"/>
          </ac:picMkLst>
        </pc:picChg>
      </pc:sldChg>
      <pc:sldChg chg="del">
        <pc:chgData name="Pieter Bons" userId="38102d34-0bd8-4c1a-9059-a8d52a88a25d" providerId="ADAL" clId="{149FD94A-5351-496F-94B6-CCD13600AF26}" dt="2022-09-20T06:48:22.948" v="341" actId="47"/>
        <pc:sldMkLst>
          <pc:docMk/>
          <pc:sldMk cId="0" sldId="288"/>
        </pc:sldMkLst>
      </pc:sldChg>
      <pc:sldChg chg="del">
        <pc:chgData name="Pieter Bons" userId="38102d34-0bd8-4c1a-9059-a8d52a88a25d" providerId="ADAL" clId="{149FD94A-5351-496F-94B6-CCD13600AF26}" dt="2022-09-20T06:48:18.690" v="339" actId="47"/>
        <pc:sldMkLst>
          <pc:docMk/>
          <pc:sldMk cId="0" sldId="289"/>
        </pc:sldMkLst>
      </pc:sldChg>
      <pc:sldChg chg="del">
        <pc:chgData name="Pieter Bons" userId="38102d34-0bd8-4c1a-9059-a8d52a88a25d" providerId="ADAL" clId="{149FD94A-5351-496F-94B6-CCD13600AF26}" dt="2022-09-20T06:48:20.875" v="340" actId="47"/>
        <pc:sldMkLst>
          <pc:docMk/>
          <pc:sldMk cId="0" sldId="290"/>
        </pc:sldMkLst>
      </pc:sldChg>
      <pc:sldChg chg="del">
        <pc:chgData name="Pieter Bons" userId="38102d34-0bd8-4c1a-9059-a8d52a88a25d" providerId="ADAL" clId="{149FD94A-5351-496F-94B6-CCD13600AF26}" dt="2022-09-19T12:09:24.954" v="175" actId="47"/>
        <pc:sldMkLst>
          <pc:docMk/>
          <pc:sldMk cId="0" sldId="291"/>
        </pc:sldMkLst>
      </pc:sldChg>
      <pc:sldChg chg="del">
        <pc:chgData name="Pieter Bons" userId="38102d34-0bd8-4c1a-9059-a8d52a88a25d" providerId="ADAL" clId="{149FD94A-5351-496F-94B6-CCD13600AF26}" dt="2022-09-19T12:18:53.066" v="176" actId="47"/>
        <pc:sldMkLst>
          <pc:docMk/>
          <pc:sldMk cId="0" sldId="292"/>
        </pc:sldMkLst>
      </pc:sldChg>
      <pc:sldChg chg="del">
        <pc:chgData name="Pieter Bons" userId="38102d34-0bd8-4c1a-9059-a8d52a88a25d" providerId="ADAL" clId="{149FD94A-5351-496F-94B6-CCD13600AF26}" dt="2022-09-19T09:09:29.073" v="0" actId="47"/>
        <pc:sldMkLst>
          <pc:docMk/>
          <pc:sldMk cId="870479983" sldId="297"/>
        </pc:sldMkLst>
      </pc:sldChg>
      <pc:sldChg chg="del">
        <pc:chgData name="Pieter Bons" userId="38102d34-0bd8-4c1a-9059-a8d52a88a25d" providerId="ADAL" clId="{149FD94A-5351-496F-94B6-CCD13600AF26}" dt="2022-09-19T12:18:58.021" v="177" actId="47"/>
        <pc:sldMkLst>
          <pc:docMk/>
          <pc:sldMk cId="0" sldId="298"/>
        </pc:sldMkLst>
      </pc:sldChg>
      <pc:sldChg chg="modSp mod">
        <pc:chgData name="Pieter Bons" userId="38102d34-0bd8-4c1a-9059-a8d52a88a25d" providerId="ADAL" clId="{149FD94A-5351-496F-94B6-CCD13600AF26}" dt="2022-09-19T11:46:15.667" v="27" actId="20577"/>
        <pc:sldMkLst>
          <pc:docMk/>
          <pc:sldMk cId="1689162839" sldId="302"/>
        </pc:sldMkLst>
        <pc:spChg chg="mod">
          <ac:chgData name="Pieter Bons" userId="38102d34-0bd8-4c1a-9059-a8d52a88a25d" providerId="ADAL" clId="{149FD94A-5351-496F-94B6-CCD13600AF26}" dt="2022-09-19T11:46:15.667" v="27" actId="20577"/>
          <ac:spMkLst>
            <pc:docMk/>
            <pc:sldMk cId="1689162839" sldId="302"/>
            <ac:spMk id="250" creationId="{00000000-0000-0000-0000-000000000000}"/>
          </ac:spMkLst>
        </pc:spChg>
      </pc:sldChg>
      <pc:sldChg chg="del">
        <pc:chgData name="Pieter Bons" userId="38102d34-0bd8-4c1a-9059-a8d52a88a25d" providerId="ADAL" clId="{149FD94A-5351-496F-94B6-CCD13600AF26}" dt="2022-09-19T11:50:15.137" v="170" actId="47"/>
        <pc:sldMkLst>
          <pc:docMk/>
          <pc:sldMk cId="3603526463" sldId="877"/>
        </pc:sldMkLst>
      </pc:sldChg>
      <pc:sldChg chg="del">
        <pc:chgData name="Pieter Bons" userId="38102d34-0bd8-4c1a-9059-a8d52a88a25d" providerId="ADAL" clId="{149FD94A-5351-496F-94B6-CCD13600AF26}" dt="2022-09-19T11:50:41.078" v="171" actId="47"/>
        <pc:sldMkLst>
          <pc:docMk/>
          <pc:sldMk cId="1333583640" sldId="878"/>
        </pc:sldMkLst>
      </pc:sldChg>
      <pc:sldChg chg="ord">
        <pc:chgData name="Pieter Bons" userId="38102d34-0bd8-4c1a-9059-a8d52a88a25d" providerId="ADAL" clId="{149FD94A-5351-496F-94B6-CCD13600AF26}" dt="2022-09-20T08:55:05.402" v="1837"/>
        <pc:sldMkLst>
          <pc:docMk/>
          <pc:sldMk cId="1472530084" sldId="879"/>
        </pc:sldMkLst>
      </pc:sldChg>
      <pc:sldChg chg="del">
        <pc:chgData name="Pieter Bons" userId="38102d34-0bd8-4c1a-9059-a8d52a88a25d" providerId="ADAL" clId="{149FD94A-5351-496F-94B6-CCD13600AF26}" dt="2022-09-20T06:48:01.908" v="338" actId="47"/>
        <pc:sldMkLst>
          <pc:docMk/>
          <pc:sldMk cId="783111978" sldId="880"/>
        </pc:sldMkLst>
      </pc:sldChg>
      <pc:sldChg chg="modSp mod">
        <pc:chgData name="Pieter Bons" userId="38102d34-0bd8-4c1a-9059-a8d52a88a25d" providerId="ADAL" clId="{149FD94A-5351-496F-94B6-CCD13600AF26}" dt="2022-09-20T08:56:17.281" v="1843" actId="14100"/>
        <pc:sldMkLst>
          <pc:docMk/>
          <pc:sldMk cId="2603117774" sldId="881"/>
        </pc:sldMkLst>
        <pc:spChg chg="mod">
          <ac:chgData name="Pieter Bons" userId="38102d34-0bd8-4c1a-9059-a8d52a88a25d" providerId="ADAL" clId="{149FD94A-5351-496F-94B6-CCD13600AF26}" dt="2022-09-20T08:56:17.281" v="1843" actId="14100"/>
          <ac:spMkLst>
            <pc:docMk/>
            <pc:sldMk cId="2603117774" sldId="881"/>
            <ac:spMk id="363" creationId="{00000000-0000-0000-0000-000000000000}"/>
          </ac:spMkLst>
        </pc:spChg>
      </pc:sldChg>
      <pc:sldChg chg="delSp modSp mod">
        <pc:chgData name="Pieter Bons" userId="38102d34-0bd8-4c1a-9059-a8d52a88a25d" providerId="ADAL" clId="{149FD94A-5351-496F-94B6-CCD13600AF26}" dt="2022-09-20T08:56:02.784" v="1841" actId="20577"/>
        <pc:sldMkLst>
          <pc:docMk/>
          <pc:sldMk cId="2069430533" sldId="882"/>
        </pc:sldMkLst>
        <pc:spChg chg="mod">
          <ac:chgData name="Pieter Bons" userId="38102d34-0bd8-4c1a-9059-a8d52a88a25d" providerId="ADAL" clId="{149FD94A-5351-496F-94B6-CCD13600AF26}" dt="2022-09-20T08:56:02.784" v="1841" actId="20577"/>
          <ac:spMkLst>
            <pc:docMk/>
            <pc:sldMk cId="2069430533" sldId="882"/>
            <ac:spMk id="2" creationId="{A01AD3AF-0B7B-4B53-BE20-BA4D973DAA1F}"/>
          </ac:spMkLst>
        </pc:spChg>
        <pc:spChg chg="del mod">
          <ac:chgData name="Pieter Bons" userId="38102d34-0bd8-4c1a-9059-a8d52a88a25d" providerId="ADAL" clId="{149FD94A-5351-496F-94B6-CCD13600AF26}" dt="2022-09-20T08:56:00.045" v="1840" actId="478"/>
          <ac:spMkLst>
            <pc:docMk/>
            <pc:sldMk cId="2069430533" sldId="882"/>
            <ac:spMk id="3" creationId="{945724A9-6768-49C1-8A46-36C00A3DA65B}"/>
          </ac:spMkLst>
        </pc:spChg>
      </pc:sldChg>
      <pc:sldChg chg="addSp delSp modSp mod">
        <pc:chgData name="Pieter Bons" userId="38102d34-0bd8-4c1a-9059-a8d52a88a25d" providerId="ADAL" clId="{149FD94A-5351-496F-94B6-CCD13600AF26}" dt="2022-09-20T08:22:52.346" v="1104" actId="20577"/>
        <pc:sldMkLst>
          <pc:docMk/>
          <pc:sldMk cId="4051637586" sldId="883"/>
        </pc:sldMkLst>
        <pc:spChg chg="del">
          <ac:chgData name="Pieter Bons" userId="38102d34-0bd8-4c1a-9059-a8d52a88a25d" providerId="ADAL" clId="{149FD94A-5351-496F-94B6-CCD13600AF26}" dt="2022-09-19T09:09:44.788" v="4" actId="478"/>
          <ac:spMkLst>
            <pc:docMk/>
            <pc:sldMk cId="4051637586" sldId="883"/>
            <ac:spMk id="2" creationId="{549E06D3-A2B0-484E-9B73-A90DEF7F501F}"/>
          </ac:spMkLst>
        </pc:spChg>
        <pc:spChg chg="add del mod">
          <ac:chgData name="Pieter Bons" userId="38102d34-0bd8-4c1a-9059-a8d52a88a25d" providerId="ADAL" clId="{149FD94A-5351-496F-94B6-CCD13600AF26}" dt="2022-09-20T08:22:52.346" v="1104" actId="20577"/>
          <ac:spMkLst>
            <pc:docMk/>
            <pc:sldMk cId="4051637586" sldId="883"/>
            <ac:spMk id="3" creationId="{2932EAEB-B73F-4468-9871-A4EC1300C8F9}"/>
          </ac:spMkLst>
        </pc:spChg>
        <pc:spChg chg="add del mod">
          <ac:chgData name="Pieter Bons" userId="38102d34-0bd8-4c1a-9059-a8d52a88a25d" providerId="ADAL" clId="{149FD94A-5351-496F-94B6-CCD13600AF26}" dt="2022-09-20T08:22:09.056" v="1094" actId="478"/>
          <ac:spMkLst>
            <pc:docMk/>
            <pc:sldMk cId="4051637586" sldId="883"/>
            <ac:spMk id="4" creationId="{DA482353-1622-42AF-740F-8A502CD0A034}"/>
          </ac:spMkLst>
        </pc:spChg>
        <pc:spChg chg="add del mod">
          <ac:chgData name="Pieter Bons" userId="38102d34-0bd8-4c1a-9059-a8d52a88a25d" providerId="ADAL" clId="{149FD94A-5351-496F-94B6-CCD13600AF26}" dt="2022-09-19T09:09:40.337" v="2" actId="478"/>
          <ac:spMkLst>
            <pc:docMk/>
            <pc:sldMk cId="4051637586" sldId="883"/>
            <ac:spMk id="5" creationId="{273F38C5-6F36-D5A4-8DA8-8380C1CC603F}"/>
          </ac:spMkLst>
        </pc:spChg>
      </pc:sldChg>
      <pc:sldChg chg="del">
        <pc:chgData name="Pieter Bons" userId="38102d34-0bd8-4c1a-9059-a8d52a88a25d" providerId="ADAL" clId="{149FD94A-5351-496F-94B6-CCD13600AF26}" dt="2022-09-20T08:50:08.404" v="1795" actId="47"/>
        <pc:sldMkLst>
          <pc:docMk/>
          <pc:sldMk cId="3093296034" sldId="885"/>
        </pc:sldMkLst>
      </pc:sldChg>
      <pc:sldChg chg="delSp modSp del mod">
        <pc:chgData name="Pieter Bons" userId="38102d34-0bd8-4c1a-9059-a8d52a88a25d" providerId="ADAL" clId="{149FD94A-5351-496F-94B6-CCD13600AF26}" dt="2022-09-19T12:21:05.114" v="334" actId="47"/>
        <pc:sldMkLst>
          <pc:docMk/>
          <pc:sldMk cId="2799055723" sldId="886"/>
        </pc:sldMkLst>
        <pc:spChg chg="del">
          <ac:chgData name="Pieter Bons" userId="38102d34-0bd8-4c1a-9059-a8d52a88a25d" providerId="ADAL" clId="{149FD94A-5351-496F-94B6-CCD13600AF26}" dt="2022-09-19T09:14:54.923" v="7" actId="478"/>
          <ac:spMkLst>
            <pc:docMk/>
            <pc:sldMk cId="2799055723" sldId="886"/>
            <ac:spMk id="2" creationId="{33386E2F-D457-44D1-9FAB-404B0E376992}"/>
          </ac:spMkLst>
        </pc:spChg>
        <pc:spChg chg="mod">
          <ac:chgData name="Pieter Bons" userId="38102d34-0bd8-4c1a-9059-a8d52a88a25d" providerId="ADAL" clId="{149FD94A-5351-496F-94B6-CCD13600AF26}" dt="2022-09-19T09:14:52.589" v="6" actId="1076"/>
          <ac:spMkLst>
            <pc:docMk/>
            <pc:sldMk cId="2799055723" sldId="886"/>
            <ac:spMk id="3" creationId="{D7FFBD12-DAEE-4DD7-9E5B-9089670F1718}"/>
          </ac:spMkLst>
        </pc:spChg>
      </pc:sldChg>
      <pc:sldChg chg="del">
        <pc:chgData name="Pieter Bons" userId="38102d34-0bd8-4c1a-9059-a8d52a88a25d" providerId="ADAL" clId="{149FD94A-5351-496F-94B6-CCD13600AF26}" dt="2022-09-20T08:23:43.676" v="1105" actId="47"/>
        <pc:sldMkLst>
          <pc:docMk/>
          <pc:sldMk cId="2425126186" sldId="889"/>
        </pc:sldMkLst>
      </pc:sldChg>
      <pc:sldChg chg="addSp delSp modSp del mod">
        <pc:chgData name="Pieter Bons" userId="38102d34-0bd8-4c1a-9059-a8d52a88a25d" providerId="ADAL" clId="{149FD94A-5351-496F-94B6-CCD13600AF26}" dt="2022-09-20T08:50:04.422" v="1794" actId="47"/>
        <pc:sldMkLst>
          <pc:docMk/>
          <pc:sldMk cId="1171323130" sldId="890"/>
        </pc:sldMkLst>
        <pc:spChg chg="del mod">
          <ac:chgData name="Pieter Bons" userId="38102d34-0bd8-4c1a-9059-a8d52a88a25d" providerId="ADAL" clId="{149FD94A-5351-496F-94B6-CCD13600AF26}" dt="2022-09-19T12:19:51.218" v="189" actId="478"/>
          <ac:spMkLst>
            <pc:docMk/>
            <pc:sldMk cId="1171323130" sldId="890"/>
            <ac:spMk id="2" creationId="{F3AAB516-D798-455F-ABFA-3492A290F2DB}"/>
          </ac:spMkLst>
        </pc:spChg>
        <pc:spChg chg="del">
          <ac:chgData name="Pieter Bons" userId="38102d34-0bd8-4c1a-9059-a8d52a88a25d" providerId="ADAL" clId="{149FD94A-5351-496F-94B6-CCD13600AF26}" dt="2022-09-19T09:09:50.657" v="5" actId="478"/>
          <ac:spMkLst>
            <pc:docMk/>
            <pc:sldMk cId="1171323130" sldId="890"/>
            <ac:spMk id="3" creationId="{EF9D5506-424B-4BF8-8797-F20915CB968D}"/>
          </ac:spMkLst>
        </pc:spChg>
        <pc:spChg chg="add del mod">
          <ac:chgData name="Pieter Bons" userId="38102d34-0bd8-4c1a-9059-a8d52a88a25d" providerId="ADAL" clId="{149FD94A-5351-496F-94B6-CCD13600AF26}" dt="2022-09-19T12:19:53.259" v="190" actId="478"/>
          <ac:spMkLst>
            <pc:docMk/>
            <pc:sldMk cId="1171323130" sldId="890"/>
            <ac:spMk id="4" creationId="{BCEEB056-8E91-F9F4-4211-F1919698D7B7}"/>
          </ac:spMkLst>
        </pc:spChg>
        <pc:spChg chg="add mod">
          <ac:chgData name="Pieter Bons" userId="38102d34-0bd8-4c1a-9059-a8d52a88a25d" providerId="ADAL" clId="{149FD94A-5351-496F-94B6-CCD13600AF26}" dt="2022-09-19T12:21:00.866" v="333" actId="20577"/>
          <ac:spMkLst>
            <pc:docMk/>
            <pc:sldMk cId="1171323130" sldId="890"/>
            <ac:spMk id="6" creationId="{336D7A72-8DB0-B768-19FE-DA6C33F9079E}"/>
          </ac:spMkLst>
        </pc:spChg>
        <pc:picChg chg="del">
          <ac:chgData name="Pieter Bons" userId="38102d34-0bd8-4c1a-9059-a8d52a88a25d" providerId="ADAL" clId="{149FD94A-5351-496F-94B6-CCD13600AF26}" dt="2022-09-19T12:19:33.917" v="182" actId="478"/>
          <ac:picMkLst>
            <pc:docMk/>
            <pc:sldMk cId="1171323130" sldId="890"/>
            <ac:picMk id="5" creationId="{7CE50A1B-A4BF-4D02-96BD-031534979229}"/>
          </ac:picMkLst>
        </pc:picChg>
      </pc:sldChg>
      <pc:sldChg chg="addSp delSp modSp new mod ord">
        <pc:chgData name="Pieter Bons" userId="38102d34-0bd8-4c1a-9059-a8d52a88a25d" providerId="ADAL" clId="{149FD94A-5351-496F-94B6-CCD13600AF26}" dt="2022-09-20T07:03:51.190" v="1020"/>
        <pc:sldMkLst>
          <pc:docMk/>
          <pc:sldMk cId="4016291906" sldId="891"/>
        </pc:sldMkLst>
        <pc:spChg chg="del">
          <ac:chgData name="Pieter Bons" userId="38102d34-0bd8-4c1a-9059-a8d52a88a25d" providerId="ADAL" clId="{149FD94A-5351-496F-94B6-CCD13600AF26}" dt="2022-09-20T06:50:27.188" v="379" actId="478"/>
          <ac:spMkLst>
            <pc:docMk/>
            <pc:sldMk cId="4016291906" sldId="891"/>
            <ac:spMk id="2" creationId="{6E33E692-B801-5996-7694-1E5A7E57F178}"/>
          </ac:spMkLst>
        </pc:spChg>
        <pc:spChg chg="del mod">
          <ac:chgData name="Pieter Bons" userId="38102d34-0bd8-4c1a-9059-a8d52a88a25d" providerId="ADAL" clId="{149FD94A-5351-496F-94B6-CCD13600AF26}" dt="2022-09-20T06:50:13.886" v="373" actId="478"/>
          <ac:spMkLst>
            <pc:docMk/>
            <pc:sldMk cId="4016291906" sldId="891"/>
            <ac:spMk id="3" creationId="{7F2F75C1-9285-0D82-1909-FCFA558E6966}"/>
          </ac:spMkLst>
        </pc:spChg>
        <pc:spChg chg="add del mod">
          <ac:chgData name="Pieter Bons" userId="38102d34-0bd8-4c1a-9059-a8d52a88a25d" providerId="ADAL" clId="{149FD94A-5351-496F-94B6-CCD13600AF26}" dt="2022-09-20T06:50:24.276" v="378" actId="478"/>
          <ac:spMkLst>
            <pc:docMk/>
            <pc:sldMk cId="4016291906" sldId="891"/>
            <ac:spMk id="5" creationId="{545E3EB2-E8A0-B85A-36D4-CF0221943463}"/>
          </ac:spMkLst>
        </pc:spChg>
        <pc:picChg chg="add mod">
          <ac:chgData name="Pieter Bons" userId="38102d34-0bd8-4c1a-9059-a8d52a88a25d" providerId="ADAL" clId="{149FD94A-5351-496F-94B6-CCD13600AF26}" dt="2022-09-20T06:50:36.336" v="383" actId="14100"/>
          <ac:picMkLst>
            <pc:docMk/>
            <pc:sldMk cId="4016291906" sldId="891"/>
            <ac:picMk id="6" creationId="{E0399279-A3B0-6657-D62F-4E96DA9D01E6}"/>
          </ac:picMkLst>
        </pc:picChg>
      </pc:sldChg>
      <pc:sldChg chg="new del">
        <pc:chgData name="Pieter Bons" userId="38102d34-0bd8-4c1a-9059-a8d52a88a25d" providerId="ADAL" clId="{149FD94A-5351-496F-94B6-CCD13600AF26}" dt="2022-09-20T08:55:15.963" v="1838" actId="47"/>
        <pc:sldMkLst>
          <pc:docMk/>
          <pc:sldMk cId="1032689108" sldId="892"/>
        </pc:sldMkLst>
      </pc:sldChg>
      <pc:sldChg chg="addSp delSp modSp new mod">
        <pc:chgData name="Pieter Bons" userId="38102d34-0bd8-4c1a-9059-a8d52a88a25d" providerId="ADAL" clId="{149FD94A-5351-496F-94B6-CCD13600AF26}" dt="2022-09-20T08:14:36.983" v="1092" actId="20577"/>
        <pc:sldMkLst>
          <pc:docMk/>
          <pc:sldMk cId="3593926769" sldId="893"/>
        </pc:sldMkLst>
        <pc:spChg chg="mod">
          <ac:chgData name="Pieter Bons" userId="38102d34-0bd8-4c1a-9059-a8d52a88a25d" providerId="ADAL" clId="{149FD94A-5351-496F-94B6-CCD13600AF26}" dt="2022-09-20T06:58:38.724" v="463" actId="1076"/>
          <ac:spMkLst>
            <pc:docMk/>
            <pc:sldMk cId="3593926769" sldId="893"/>
            <ac:spMk id="2" creationId="{6DA7E6AB-EC1C-84EB-6508-0F5F57D294BD}"/>
          </ac:spMkLst>
        </pc:spChg>
        <pc:spChg chg="del mod">
          <ac:chgData name="Pieter Bons" userId="38102d34-0bd8-4c1a-9059-a8d52a88a25d" providerId="ADAL" clId="{149FD94A-5351-496F-94B6-CCD13600AF26}" dt="2022-09-20T06:58:46.371" v="465" actId="478"/>
          <ac:spMkLst>
            <pc:docMk/>
            <pc:sldMk cId="3593926769" sldId="893"/>
            <ac:spMk id="3" creationId="{FCB61CD7-411B-4799-F812-CAA6808F4FFD}"/>
          </ac:spMkLst>
        </pc:spChg>
        <pc:spChg chg="add mod">
          <ac:chgData name="Pieter Bons" userId="38102d34-0bd8-4c1a-9059-a8d52a88a25d" providerId="ADAL" clId="{149FD94A-5351-496F-94B6-CCD13600AF26}" dt="2022-09-20T08:14:36.983" v="1092" actId="20577"/>
          <ac:spMkLst>
            <pc:docMk/>
            <pc:sldMk cId="3593926769" sldId="893"/>
            <ac:spMk id="4" creationId="{FCAC7D6D-8FFA-4349-4120-B4B6991E9BC4}"/>
          </ac:spMkLst>
        </pc:spChg>
      </pc:sldChg>
      <pc:sldChg chg="modSp new mod">
        <pc:chgData name="Pieter Bons" userId="38102d34-0bd8-4c1a-9059-a8d52a88a25d" providerId="ADAL" clId="{149FD94A-5351-496F-94B6-CCD13600AF26}" dt="2022-09-20T07:03:34.781" v="1017" actId="14100"/>
        <pc:sldMkLst>
          <pc:docMk/>
          <pc:sldMk cId="2833306288" sldId="894"/>
        </pc:sldMkLst>
        <pc:spChg chg="mod">
          <ac:chgData name="Pieter Bons" userId="38102d34-0bd8-4c1a-9059-a8d52a88a25d" providerId="ADAL" clId="{149FD94A-5351-496F-94B6-CCD13600AF26}" dt="2022-09-20T07:02:26.948" v="833" actId="1076"/>
          <ac:spMkLst>
            <pc:docMk/>
            <pc:sldMk cId="2833306288" sldId="894"/>
            <ac:spMk id="2" creationId="{40027B3F-E629-473F-B026-98FEAAC7EFB3}"/>
          </ac:spMkLst>
        </pc:spChg>
        <pc:spChg chg="mod">
          <ac:chgData name="Pieter Bons" userId="38102d34-0bd8-4c1a-9059-a8d52a88a25d" providerId="ADAL" clId="{149FD94A-5351-496F-94B6-CCD13600AF26}" dt="2022-09-20T07:03:34.781" v="1017" actId="14100"/>
          <ac:spMkLst>
            <pc:docMk/>
            <pc:sldMk cId="2833306288" sldId="894"/>
            <ac:spMk id="3" creationId="{CD0033AB-1226-B8D3-B45A-4182B26D7E38}"/>
          </ac:spMkLst>
        </pc:spChg>
      </pc:sldChg>
      <pc:sldChg chg="addSp delSp modSp new mod">
        <pc:chgData name="Pieter Bons" userId="38102d34-0bd8-4c1a-9059-a8d52a88a25d" providerId="ADAL" clId="{149FD94A-5351-496F-94B6-CCD13600AF26}" dt="2022-09-20T07:06:42.286" v="1052" actId="1076"/>
        <pc:sldMkLst>
          <pc:docMk/>
          <pc:sldMk cId="3079903877" sldId="895"/>
        </pc:sldMkLst>
        <pc:spChg chg="mod">
          <ac:chgData name="Pieter Bons" userId="38102d34-0bd8-4c1a-9059-a8d52a88a25d" providerId="ADAL" clId="{149FD94A-5351-496F-94B6-CCD13600AF26}" dt="2022-09-20T07:05:36.634" v="1047" actId="20577"/>
          <ac:spMkLst>
            <pc:docMk/>
            <pc:sldMk cId="3079903877" sldId="895"/>
            <ac:spMk id="2" creationId="{DE06476F-C3FD-3181-6371-70A1674122EE}"/>
          </ac:spMkLst>
        </pc:spChg>
        <pc:spChg chg="del">
          <ac:chgData name="Pieter Bons" userId="38102d34-0bd8-4c1a-9059-a8d52a88a25d" providerId="ADAL" clId="{149FD94A-5351-496F-94B6-CCD13600AF26}" dt="2022-09-20T07:05:40.247" v="1048" actId="478"/>
          <ac:spMkLst>
            <pc:docMk/>
            <pc:sldMk cId="3079903877" sldId="895"/>
            <ac:spMk id="3" creationId="{CDDD8EBA-C00D-3B58-0832-7AA2332247D3}"/>
          </ac:spMkLst>
        </pc:spChg>
        <pc:picChg chg="add del mod">
          <ac:chgData name="Pieter Bons" userId="38102d34-0bd8-4c1a-9059-a8d52a88a25d" providerId="ADAL" clId="{149FD94A-5351-496F-94B6-CCD13600AF26}" dt="2022-09-20T07:06:34.978" v="1049" actId="478"/>
          <ac:picMkLst>
            <pc:docMk/>
            <pc:sldMk cId="3079903877" sldId="895"/>
            <ac:picMk id="1026" creationId="{7A5FF483-121A-583A-34F0-5AB14C0B43DD}"/>
          </ac:picMkLst>
        </pc:picChg>
        <pc:picChg chg="add mod">
          <ac:chgData name="Pieter Bons" userId="38102d34-0bd8-4c1a-9059-a8d52a88a25d" providerId="ADAL" clId="{149FD94A-5351-496F-94B6-CCD13600AF26}" dt="2022-09-20T07:06:42.286" v="1052" actId="1076"/>
          <ac:picMkLst>
            <pc:docMk/>
            <pc:sldMk cId="3079903877" sldId="895"/>
            <ac:picMk id="1028" creationId="{6B6F8F61-D32F-B2D6-4867-7FB3ADB6108B}"/>
          </ac:picMkLst>
        </pc:picChg>
      </pc:sldChg>
      <pc:sldChg chg="addSp delSp modSp new mod">
        <pc:chgData name="Pieter Bons" userId="38102d34-0bd8-4c1a-9059-a8d52a88a25d" providerId="ADAL" clId="{149FD94A-5351-496F-94B6-CCD13600AF26}" dt="2022-09-20T08:51:57.735" v="1808" actId="1076"/>
        <pc:sldMkLst>
          <pc:docMk/>
          <pc:sldMk cId="3721886637" sldId="896"/>
        </pc:sldMkLst>
        <pc:spChg chg="mod">
          <ac:chgData name="Pieter Bons" userId="38102d34-0bd8-4c1a-9059-a8d52a88a25d" providerId="ADAL" clId="{149FD94A-5351-496F-94B6-CCD13600AF26}" dt="2022-09-20T07:07:04.512" v="1077" actId="1076"/>
          <ac:spMkLst>
            <pc:docMk/>
            <pc:sldMk cId="3721886637" sldId="896"/>
            <ac:spMk id="2" creationId="{3AB02C9A-ED6B-0042-8C15-6126B03AECB5}"/>
          </ac:spMkLst>
        </pc:spChg>
        <pc:spChg chg="del">
          <ac:chgData name="Pieter Bons" userId="38102d34-0bd8-4c1a-9059-a8d52a88a25d" providerId="ADAL" clId="{149FD94A-5351-496F-94B6-CCD13600AF26}" dt="2022-09-20T07:06:57.632" v="1076" actId="478"/>
          <ac:spMkLst>
            <pc:docMk/>
            <pc:sldMk cId="3721886637" sldId="896"/>
            <ac:spMk id="3" creationId="{89EEA575-5317-D737-4010-26C7DCD259FA}"/>
          </ac:spMkLst>
        </pc:spChg>
        <pc:picChg chg="add del mod">
          <ac:chgData name="Pieter Bons" userId="38102d34-0bd8-4c1a-9059-a8d52a88a25d" providerId="ADAL" clId="{149FD94A-5351-496F-94B6-CCD13600AF26}" dt="2022-09-20T08:51:49.687" v="1801" actId="478"/>
          <ac:picMkLst>
            <pc:docMk/>
            <pc:sldMk cId="3721886637" sldId="896"/>
            <ac:picMk id="4098" creationId="{70881FA6-FDE6-F544-E6DC-23950DB01F53}"/>
          </ac:picMkLst>
        </pc:picChg>
        <pc:picChg chg="add mod">
          <ac:chgData name="Pieter Bons" userId="38102d34-0bd8-4c1a-9059-a8d52a88a25d" providerId="ADAL" clId="{149FD94A-5351-496F-94B6-CCD13600AF26}" dt="2022-09-20T08:51:57.735" v="1808" actId="1076"/>
          <ac:picMkLst>
            <pc:docMk/>
            <pc:sldMk cId="3721886637" sldId="896"/>
            <ac:picMk id="4100" creationId="{0122F097-D19C-D4AB-4B1C-5E1D53CBD30B}"/>
          </ac:picMkLst>
        </pc:picChg>
      </pc:sldChg>
      <pc:sldChg chg="delSp modSp new del mod">
        <pc:chgData name="Pieter Bons" userId="38102d34-0bd8-4c1a-9059-a8d52a88a25d" providerId="ADAL" clId="{149FD94A-5351-496F-94B6-CCD13600AF26}" dt="2022-09-20T08:51:59.856" v="1809" actId="47"/>
        <pc:sldMkLst>
          <pc:docMk/>
          <pc:sldMk cId="2850567309" sldId="897"/>
        </pc:sldMkLst>
        <pc:spChg chg="del mod">
          <ac:chgData name="Pieter Bons" userId="38102d34-0bd8-4c1a-9059-a8d52a88a25d" providerId="ADAL" clId="{149FD94A-5351-496F-94B6-CCD13600AF26}" dt="2022-09-20T07:22:49.737" v="1081" actId="478"/>
          <ac:spMkLst>
            <pc:docMk/>
            <pc:sldMk cId="2850567309" sldId="897"/>
            <ac:spMk id="2" creationId="{5C425627-CEFA-DFE4-C004-1ADF58F9BB2A}"/>
          </ac:spMkLst>
        </pc:spChg>
        <pc:spChg chg="mod">
          <ac:chgData name="Pieter Bons" userId="38102d34-0bd8-4c1a-9059-a8d52a88a25d" providerId="ADAL" clId="{149FD94A-5351-496F-94B6-CCD13600AF26}" dt="2022-09-20T07:07:20.914" v="1080" actId="14100"/>
          <ac:spMkLst>
            <pc:docMk/>
            <pc:sldMk cId="2850567309" sldId="897"/>
            <ac:spMk id="3" creationId="{4DCCFA8B-E04A-831B-5C46-1E2178059B66}"/>
          </ac:spMkLst>
        </pc:spChg>
      </pc:sldChg>
      <pc:sldChg chg="addSp delSp modSp add mod">
        <pc:chgData name="Pieter Bons" userId="38102d34-0bd8-4c1a-9059-a8d52a88a25d" providerId="ADAL" clId="{149FD94A-5351-496F-94B6-CCD13600AF26}" dt="2022-09-20T08:43:33" v="1769" actId="20577"/>
        <pc:sldMkLst>
          <pc:docMk/>
          <pc:sldMk cId="1794851589" sldId="898"/>
        </pc:sldMkLst>
        <pc:spChg chg="mod">
          <ac:chgData name="Pieter Bons" userId="38102d34-0bd8-4c1a-9059-a8d52a88a25d" providerId="ADAL" clId="{149FD94A-5351-496F-94B6-CCD13600AF26}" dt="2022-09-20T08:43:29.099" v="1768" actId="20577"/>
          <ac:spMkLst>
            <pc:docMk/>
            <pc:sldMk cId="1794851589" sldId="898"/>
            <ac:spMk id="2" creationId="{0BDF0DEA-8701-4C35-B437-899EE9E29E2A}"/>
          </ac:spMkLst>
        </pc:spChg>
        <pc:spChg chg="del">
          <ac:chgData name="Pieter Bons" userId="38102d34-0bd8-4c1a-9059-a8d52a88a25d" providerId="ADAL" clId="{149FD94A-5351-496F-94B6-CCD13600AF26}" dt="2022-09-20T08:24:24.950" v="1160" actId="478"/>
          <ac:spMkLst>
            <pc:docMk/>
            <pc:sldMk cId="1794851589" sldId="898"/>
            <ac:spMk id="3" creationId="{A66C7961-0131-4DBF-B876-C081D0ADB7B1}"/>
          </ac:spMkLst>
        </pc:spChg>
        <pc:spChg chg="add mod">
          <ac:chgData name="Pieter Bons" userId="38102d34-0bd8-4c1a-9059-a8d52a88a25d" providerId="ADAL" clId="{149FD94A-5351-496F-94B6-CCD13600AF26}" dt="2022-09-20T08:43:33" v="1769" actId="20577"/>
          <ac:spMkLst>
            <pc:docMk/>
            <pc:sldMk cId="1794851589" sldId="898"/>
            <ac:spMk id="7" creationId="{7E72AFAE-BC4C-9E31-33DE-A11F0A457D17}"/>
          </ac:spMkLst>
        </pc:spChg>
        <pc:picChg chg="del">
          <ac:chgData name="Pieter Bons" userId="38102d34-0bd8-4c1a-9059-a8d52a88a25d" providerId="ADAL" clId="{149FD94A-5351-496F-94B6-CCD13600AF26}" dt="2022-09-20T08:24:26.617" v="1161" actId="478"/>
          <ac:picMkLst>
            <pc:docMk/>
            <pc:sldMk cId="1794851589" sldId="898"/>
            <ac:picMk id="11" creationId="{D0CB8DBC-0D4E-420D-9998-41706D49E476}"/>
          </ac:picMkLst>
        </pc:picChg>
        <pc:picChg chg="add mod">
          <ac:chgData name="Pieter Bons" userId="38102d34-0bd8-4c1a-9059-a8d52a88a25d" providerId="ADAL" clId="{149FD94A-5351-496F-94B6-CCD13600AF26}" dt="2022-09-20T08:34:56.161" v="1312" actId="1076"/>
          <ac:picMkLst>
            <pc:docMk/>
            <pc:sldMk cId="1794851589" sldId="898"/>
            <ac:picMk id="2050" creationId="{3FA8C0E7-E1CD-0298-C017-69EBFA562057}"/>
          </ac:picMkLst>
        </pc:picChg>
      </pc:sldChg>
      <pc:sldChg chg="addSp modSp new mod modAnim">
        <pc:chgData name="Pieter Bons" userId="38102d34-0bd8-4c1a-9059-a8d52a88a25d" providerId="ADAL" clId="{149FD94A-5351-496F-94B6-CCD13600AF26}" dt="2022-09-20T08:42:15.486" v="1765"/>
        <pc:sldMkLst>
          <pc:docMk/>
          <pc:sldMk cId="3273836739" sldId="899"/>
        </pc:sldMkLst>
        <pc:spChg chg="mod">
          <ac:chgData name="Pieter Bons" userId="38102d34-0bd8-4c1a-9059-a8d52a88a25d" providerId="ADAL" clId="{149FD94A-5351-496F-94B6-CCD13600AF26}" dt="2022-09-20T08:42:08.395" v="1764" actId="1076"/>
          <ac:spMkLst>
            <pc:docMk/>
            <pc:sldMk cId="3273836739" sldId="899"/>
            <ac:spMk id="2" creationId="{5AE839C7-BBE7-814E-CF45-4EE7D8CD07CD}"/>
          </ac:spMkLst>
        </pc:spChg>
        <pc:picChg chg="add mod">
          <ac:chgData name="Pieter Bons" userId="38102d34-0bd8-4c1a-9059-a8d52a88a25d" providerId="ADAL" clId="{149FD94A-5351-496F-94B6-CCD13600AF26}" dt="2022-09-20T08:42:00.776" v="1760" actId="1076"/>
          <ac:picMkLst>
            <pc:docMk/>
            <pc:sldMk cId="3273836739" sldId="899"/>
            <ac:picMk id="5" creationId="{428F77D4-03C6-9978-D072-D6E2A0D7C47F}"/>
          </ac:picMkLst>
        </pc:picChg>
        <pc:picChg chg="add mod">
          <ac:chgData name="Pieter Bons" userId="38102d34-0bd8-4c1a-9059-a8d52a88a25d" providerId="ADAL" clId="{149FD94A-5351-496F-94B6-CCD13600AF26}" dt="2022-09-20T08:42:05.102" v="1763" actId="1076"/>
          <ac:picMkLst>
            <pc:docMk/>
            <pc:sldMk cId="3273836739" sldId="899"/>
            <ac:picMk id="6" creationId="{DF6368C1-67FB-543C-7906-9B0B04AC914E}"/>
          </ac:picMkLst>
        </pc:picChg>
      </pc:sldChg>
      <pc:sldChg chg="addSp delSp modSp new mod">
        <pc:chgData name="Pieter Bons" userId="38102d34-0bd8-4c1a-9059-a8d52a88a25d" providerId="ADAL" clId="{149FD94A-5351-496F-94B6-CCD13600AF26}" dt="2022-09-20T08:50:00.621" v="1793" actId="478"/>
        <pc:sldMkLst>
          <pc:docMk/>
          <pc:sldMk cId="468758975" sldId="900"/>
        </pc:sldMkLst>
        <pc:spChg chg="mod">
          <ac:chgData name="Pieter Bons" userId="38102d34-0bd8-4c1a-9059-a8d52a88a25d" providerId="ADAL" clId="{149FD94A-5351-496F-94B6-CCD13600AF26}" dt="2022-09-20T08:45:59.135" v="1784" actId="20577"/>
          <ac:spMkLst>
            <pc:docMk/>
            <pc:sldMk cId="468758975" sldId="900"/>
            <ac:spMk id="2" creationId="{627C264A-70C1-5078-87A8-4845ACF0437C}"/>
          </ac:spMkLst>
        </pc:spChg>
        <pc:spChg chg="del">
          <ac:chgData name="Pieter Bons" userId="38102d34-0bd8-4c1a-9059-a8d52a88a25d" providerId="ADAL" clId="{149FD94A-5351-496F-94B6-CCD13600AF26}" dt="2022-09-20T08:50:00.621" v="1793" actId="478"/>
          <ac:spMkLst>
            <pc:docMk/>
            <pc:sldMk cId="468758975" sldId="900"/>
            <ac:spMk id="3" creationId="{F174B7CF-30F2-218E-32F5-2269D6B70E0B}"/>
          </ac:spMkLst>
        </pc:spChg>
        <pc:picChg chg="add mod">
          <ac:chgData name="Pieter Bons" userId="38102d34-0bd8-4c1a-9059-a8d52a88a25d" providerId="ADAL" clId="{149FD94A-5351-496F-94B6-CCD13600AF26}" dt="2022-09-20T08:49:57.128" v="1792" actId="1076"/>
          <ac:picMkLst>
            <pc:docMk/>
            <pc:sldMk cId="468758975" sldId="900"/>
            <ac:picMk id="3074" creationId="{66F349EE-F334-AE8F-9245-212D0FA7F980}"/>
          </ac:picMkLst>
        </pc:picChg>
      </pc:sldChg>
      <pc:sldChg chg="addSp modSp new mod">
        <pc:chgData name="Pieter Bons" userId="38102d34-0bd8-4c1a-9059-a8d52a88a25d" providerId="ADAL" clId="{149FD94A-5351-496F-94B6-CCD13600AF26}" dt="2022-09-20T08:54:24.385" v="1831" actId="1076"/>
        <pc:sldMkLst>
          <pc:docMk/>
          <pc:sldMk cId="3917363178" sldId="901"/>
        </pc:sldMkLst>
        <pc:spChg chg="mod">
          <ac:chgData name="Pieter Bons" userId="38102d34-0bd8-4c1a-9059-a8d52a88a25d" providerId="ADAL" clId="{149FD94A-5351-496F-94B6-CCD13600AF26}" dt="2022-09-20T08:54:24.385" v="1831" actId="1076"/>
          <ac:spMkLst>
            <pc:docMk/>
            <pc:sldMk cId="3917363178" sldId="901"/>
            <ac:spMk id="2" creationId="{255728A1-402D-C84B-D3A6-964070F54D05}"/>
          </ac:spMkLst>
        </pc:spChg>
        <pc:picChg chg="add mod">
          <ac:chgData name="Pieter Bons" userId="38102d34-0bd8-4c1a-9059-a8d52a88a25d" providerId="ADAL" clId="{149FD94A-5351-496F-94B6-CCD13600AF26}" dt="2022-09-20T08:54:18.193" v="1820" actId="1076"/>
          <ac:picMkLst>
            <pc:docMk/>
            <pc:sldMk cId="3917363178" sldId="901"/>
            <ac:picMk id="5122" creationId="{7D628C6D-3738-8644-6763-B8E2D1777F07}"/>
          </ac:picMkLst>
        </pc:picChg>
      </pc:sldChg>
      <pc:sldMasterChg chg="del delSldLayout">
        <pc:chgData name="Pieter Bons" userId="38102d34-0bd8-4c1a-9059-a8d52a88a25d" providerId="ADAL" clId="{149FD94A-5351-496F-94B6-CCD13600AF26}" dt="2022-09-19T12:08:49.357" v="174" actId="47"/>
        <pc:sldMasterMkLst>
          <pc:docMk/>
          <pc:sldMasterMk cId="0" sldId="2147483687"/>
        </pc:sldMasterMkLst>
        <pc:sldLayoutChg chg="del">
          <pc:chgData name="Pieter Bons" userId="38102d34-0bd8-4c1a-9059-a8d52a88a25d" providerId="ADAL" clId="{149FD94A-5351-496F-94B6-CCD13600AF26}" dt="2022-09-19T12:08:49.357" v="174" actId="47"/>
          <pc:sldLayoutMkLst>
            <pc:docMk/>
            <pc:sldMasterMk cId="0" sldId="2147483687"/>
            <pc:sldLayoutMk cId="0" sldId="2147483688"/>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89"/>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0"/>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1"/>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2"/>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3"/>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4"/>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5"/>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6"/>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7"/>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8"/>
          </pc:sldLayoutMkLst>
        </pc:sldLayoutChg>
        <pc:sldLayoutChg chg="del">
          <pc:chgData name="Pieter Bons" userId="38102d34-0bd8-4c1a-9059-a8d52a88a25d" providerId="ADAL" clId="{149FD94A-5351-496F-94B6-CCD13600AF26}" dt="2022-09-19T12:08:49.357" v="174" actId="47"/>
          <pc:sldLayoutMkLst>
            <pc:docMk/>
            <pc:sldMasterMk cId="0" sldId="2147483687"/>
            <pc:sldLayoutMk cId="0" sldId="214748369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PlaceHolder 1"/>
          <p:cNvSpPr>
            <a:spLocks noGrp="1" noRot="1" noChangeAspect="1"/>
          </p:cNvSpPr>
          <p:nvPr>
            <p:ph type="sldImg"/>
          </p:nvPr>
        </p:nvSpPr>
        <p:spPr>
          <a:xfrm>
            <a:off x="217488" y="812800"/>
            <a:ext cx="7124700" cy="4008438"/>
          </a:xfrm>
          <a:prstGeom prst="rect">
            <a:avLst/>
          </a:prstGeom>
        </p:spPr>
        <p:txBody>
          <a:bodyPr lIns="0" tIns="0" rIns="0" bIns="0" anchor="ctr">
            <a:noAutofit/>
          </a:bodyPr>
          <a:lstStyle/>
          <a:p>
            <a:r>
              <a:rPr lang="nl-NL" sz="3200" b="0" strike="noStrike" spc="-1">
                <a:solidFill>
                  <a:srgbClr val="000000"/>
                </a:solidFill>
                <a:latin typeface="Arial"/>
              </a:rPr>
              <a:t>Click to move the slide</a:t>
            </a:r>
          </a:p>
        </p:txBody>
      </p:sp>
      <p:sp>
        <p:nvSpPr>
          <p:cNvPr id="158" name="PlaceHolder 2"/>
          <p:cNvSpPr>
            <a:spLocks noGrp="1"/>
          </p:cNvSpPr>
          <p:nvPr>
            <p:ph type="body"/>
          </p:nvPr>
        </p:nvSpPr>
        <p:spPr>
          <a:xfrm>
            <a:off x="756000" y="5078520"/>
            <a:ext cx="6047640" cy="4811040"/>
          </a:xfrm>
          <a:prstGeom prst="rect">
            <a:avLst/>
          </a:prstGeom>
        </p:spPr>
        <p:txBody>
          <a:bodyPr lIns="0" tIns="0" rIns="0" bIns="0">
            <a:noAutofit/>
          </a:bodyPr>
          <a:lstStyle/>
          <a:p>
            <a:r>
              <a:rPr lang="en-US" sz="2000" b="0" strike="noStrike" spc="-1">
                <a:latin typeface="Calibri"/>
              </a:rPr>
              <a:t>Click to edit the notes format</a:t>
            </a:r>
          </a:p>
        </p:txBody>
      </p:sp>
      <p:sp>
        <p:nvSpPr>
          <p:cNvPr id="159"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Calibri"/>
              </a:rPr>
              <a:t>&lt;header&gt;</a:t>
            </a:r>
          </a:p>
        </p:txBody>
      </p:sp>
      <p:sp>
        <p:nvSpPr>
          <p:cNvPr id="160"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Calibri"/>
              </a:rPr>
              <a:t>&lt;date/time&gt;</a:t>
            </a:r>
          </a:p>
        </p:txBody>
      </p:sp>
      <p:sp>
        <p:nvSpPr>
          <p:cNvPr id="161"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Calibri"/>
              </a:rPr>
              <a:t>&lt;footer&gt;</a:t>
            </a:r>
          </a:p>
        </p:txBody>
      </p:sp>
      <p:sp>
        <p:nvSpPr>
          <p:cNvPr id="162"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FE56919B-2A66-4792-B11B-53227CF869F8}" type="slidenum">
              <a:rPr lang="en-US" sz="1400" b="0" strike="noStrike" spc="-1">
                <a:latin typeface="Calibri"/>
              </a:rPr>
              <a:t>‹nr.›</a:t>
            </a:fld>
            <a:endParaRPr lang="en-US" sz="1400" b="0" strike="noStrike" spc="-1">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p:nvPr>
        </p:nvSpPr>
        <p:spPr/>
        <p:txBody>
          <a:bodyPr/>
          <a:lstStyle/>
          <a:p>
            <a:pPr algn="r"/>
            <a:fld id="{FE56919B-2A66-4792-B11B-53227CF869F8}" type="slidenum">
              <a:rPr lang="en-US" sz="1400" b="0" strike="noStrike" spc="-1" smtClean="0">
                <a:latin typeface="Calibri"/>
              </a:rPr>
              <a:t>1</a:t>
            </a:fld>
            <a:endParaRPr lang="en-US" sz="1400" b="0" strike="noStrike" spc="-1">
              <a:latin typeface="Calibri"/>
            </a:endParaRPr>
          </a:p>
        </p:txBody>
      </p:sp>
    </p:spTree>
    <p:extLst>
      <p:ext uri="{BB962C8B-B14F-4D97-AF65-F5344CB8AC3E}">
        <p14:creationId xmlns:p14="http://schemas.microsoft.com/office/powerpoint/2010/main" val="3195253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noRot="1" noChangeAspect="1"/>
          </p:cNvSpPr>
          <p:nvPr>
            <p:ph type="sldImg"/>
          </p:nvPr>
        </p:nvSpPr>
        <p:spPr>
          <a:xfrm>
            <a:off x="381000" y="685800"/>
            <a:ext cx="6096000" cy="3429000"/>
          </a:xfrm>
          <a:prstGeom prst="rect">
            <a:avLst/>
          </a:prstGeom>
        </p:spPr>
      </p:sp>
      <p:sp>
        <p:nvSpPr>
          <p:cNvPr id="367" name="PlaceHolder 2"/>
          <p:cNvSpPr>
            <a:spLocks noGrp="1"/>
          </p:cNvSpPr>
          <p:nvPr>
            <p:ph type="body"/>
          </p:nvPr>
        </p:nvSpPr>
        <p:spPr>
          <a:xfrm>
            <a:off x="685800" y="4343400"/>
            <a:ext cx="5485680" cy="4114080"/>
          </a:xfrm>
          <a:prstGeom prst="rect">
            <a:avLst/>
          </a:prstGeom>
        </p:spPr>
        <p:txBody>
          <a:bodyPr>
            <a:noAutofit/>
          </a:bodyPr>
          <a:lstStyle/>
          <a:p>
            <a:endParaRPr lang="en-US" sz="2000" b="0" strike="noStrike" spc="-1">
              <a:latin typeface="Calibri"/>
            </a:endParaRPr>
          </a:p>
        </p:txBody>
      </p:sp>
      <p:sp>
        <p:nvSpPr>
          <p:cNvPr id="368" name="CustomShape 3"/>
          <p:cNvSpPr/>
          <p:nvPr/>
        </p:nvSpPr>
        <p:spPr>
          <a:xfrm>
            <a:off x="3884760" y="8685360"/>
            <a:ext cx="297108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4140152C-DA40-4468-ACBF-EFD1AFF8D9B2}" type="slidenum">
              <a:rPr lang="en-US" sz="1200" b="0" strike="noStrike" spc="-1">
                <a:solidFill>
                  <a:srgbClr val="000000"/>
                </a:solidFill>
                <a:latin typeface="+mn-lt"/>
                <a:ea typeface="+mn-ea"/>
              </a:rPr>
              <a:t>9</a:t>
            </a:fld>
            <a:endParaRPr lang="en-US" sz="1200" b="0" strike="noStrike" spc="-1">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noRot="1" noChangeAspect="1"/>
          </p:cNvSpPr>
          <p:nvPr>
            <p:ph type="sldImg"/>
          </p:nvPr>
        </p:nvSpPr>
        <p:spPr>
          <a:xfrm>
            <a:off x="381000" y="685800"/>
            <a:ext cx="6096000" cy="3429000"/>
          </a:xfrm>
          <a:prstGeom prst="rect">
            <a:avLst/>
          </a:prstGeom>
        </p:spPr>
      </p:sp>
      <p:sp>
        <p:nvSpPr>
          <p:cNvPr id="370" name="PlaceHolder 2"/>
          <p:cNvSpPr>
            <a:spLocks noGrp="1"/>
          </p:cNvSpPr>
          <p:nvPr>
            <p:ph type="body"/>
          </p:nvPr>
        </p:nvSpPr>
        <p:spPr>
          <a:xfrm>
            <a:off x="685800" y="4343400"/>
            <a:ext cx="5485680" cy="4114080"/>
          </a:xfrm>
          <a:prstGeom prst="rect">
            <a:avLst/>
          </a:prstGeom>
        </p:spPr>
        <p:txBody>
          <a:bodyPr>
            <a:noAutofit/>
          </a:bodyPr>
          <a:lstStyle/>
          <a:p>
            <a:endParaRPr lang="en-US" sz="2000" b="0" strike="noStrike" spc="-1">
              <a:latin typeface="Calibri"/>
            </a:endParaRPr>
          </a:p>
        </p:txBody>
      </p:sp>
      <p:sp>
        <p:nvSpPr>
          <p:cNvPr id="371" name="CustomShape 3"/>
          <p:cNvSpPr/>
          <p:nvPr/>
        </p:nvSpPr>
        <p:spPr>
          <a:xfrm>
            <a:off x="3884760" y="8685360"/>
            <a:ext cx="297108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6FFFCDC9-0069-4C30-8651-22E846387303}" type="slidenum">
              <a:rPr lang="en-US" sz="1200" b="0" strike="noStrike" spc="-1">
                <a:solidFill>
                  <a:srgbClr val="000000"/>
                </a:solidFill>
                <a:latin typeface="+mn-lt"/>
                <a:ea typeface="+mn-ea"/>
              </a:rPr>
              <a:t>10</a:t>
            </a:fld>
            <a:endParaRPr lang="en-US" sz="1200" b="0" strike="noStrike" spc="-1">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5" name="PlaceHolder 2"/>
          <p:cNvSpPr>
            <a:spLocks noGrp="1"/>
          </p:cNvSpPr>
          <p:nvPr>
            <p:ph type="subTitle"/>
          </p:nvPr>
        </p:nvSpPr>
        <p:spPr>
          <a:xfrm>
            <a:off x="609600" y="1604520"/>
            <a:ext cx="10972320" cy="3977280"/>
          </a:xfrm>
          <a:prstGeom prst="rect">
            <a:avLst/>
          </a:prstGeom>
        </p:spPr>
        <p:txBody>
          <a:bodyPr lIns="0" tIns="0" rIns="0" bIns="0" anchor="ctr">
            <a:noAutofit/>
          </a:bodyPr>
          <a:lstStyle/>
          <a:p>
            <a:pPr algn="ctr"/>
            <a:endParaRPr lang="en-US" sz="3200" b="0" strike="noStrike" spc="-1">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7" name="PlaceHolder 2"/>
          <p:cNvSpPr>
            <a:spLocks noGrp="1"/>
          </p:cNvSpPr>
          <p:nvPr>
            <p:ph type="body"/>
          </p:nvPr>
        </p:nvSpPr>
        <p:spPr>
          <a:xfrm>
            <a:off x="609600" y="1604520"/>
            <a:ext cx="10972320" cy="397728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9"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600" y="273600"/>
            <a:ext cx="10972320" cy="5307840"/>
          </a:xfrm>
          <a:prstGeom prst="rect">
            <a:avLst/>
          </a:prstGeom>
        </p:spPr>
        <p:txBody>
          <a:bodyPr lIns="0" tIns="0" rIns="0" bIns="0" anchor="ctr">
            <a:noAutofit/>
          </a:bodyPr>
          <a:lstStyle/>
          <a:p>
            <a:pPr algn="ctr"/>
            <a:endParaRPr lang="en-US" sz="3200" b="0" strike="noStrike" spc="-1">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4"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5"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6"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8"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9"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0" name="PlaceHolder 4"/>
          <p:cNvSpPr>
            <a:spLocks noGrp="1"/>
          </p:cNvSpPr>
          <p:nvPr>
            <p:ph type="body"/>
          </p:nvPr>
        </p:nvSpPr>
        <p:spPr>
          <a:xfrm>
            <a:off x="623232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2"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3"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4" name="PlaceHolder 4"/>
          <p:cNvSpPr>
            <a:spLocks noGrp="1"/>
          </p:cNvSpPr>
          <p:nvPr>
            <p:ph type="body"/>
          </p:nvPr>
        </p:nvSpPr>
        <p:spPr>
          <a:xfrm>
            <a:off x="609600" y="368208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6" name="PlaceHolder 2"/>
          <p:cNvSpPr>
            <a:spLocks noGrp="1"/>
          </p:cNvSpPr>
          <p:nvPr>
            <p:ph type="body"/>
          </p:nvPr>
        </p:nvSpPr>
        <p:spPr>
          <a:xfrm>
            <a:off x="609600" y="160452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27" name="PlaceHolder 3"/>
          <p:cNvSpPr>
            <a:spLocks noGrp="1"/>
          </p:cNvSpPr>
          <p:nvPr>
            <p:ph type="body"/>
          </p:nvPr>
        </p:nvSpPr>
        <p:spPr>
          <a:xfrm>
            <a:off x="609600" y="368208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29"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0"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1"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2" name="PlaceHolder 5"/>
          <p:cNvSpPr>
            <a:spLocks noGrp="1"/>
          </p:cNvSpPr>
          <p:nvPr>
            <p:ph type="body"/>
          </p:nvPr>
        </p:nvSpPr>
        <p:spPr>
          <a:xfrm>
            <a:off x="623232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34" name="PlaceHolder 2"/>
          <p:cNvSpPr>
            <a:spLocks noGrp="1"/>
          </p:cNvSpPr>
          <p:nvPr>
            <p:ph type="body"/>
          </p:nvPr>
        </p:nvSpPr>
        <p:spPr>
          <a:xfrm>
            <a:off x="60960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5" name="PlaceHolder 3"/>
          <p:cNvSpPr>
            <a:spLocks noGrp="1"/>
          </p:cNvSpPr>
          <p:nvPr>
            <p:ph type="body"/>
          </p:nvPr>
        </p:nvSpPr>
        <p:spPr>
          <a:xfrm>
            <a:off x="431952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6" name="PlaceHolder 4"/>
          <p:cNvSpPr>
            <a:spLocks noGrp="1"/>
          </p:cNvSpPr>
          <p:nvPr>
            <p:ph type="body"/>
          </p:nvPr>
        </p:nvSpPr>
        <p:spPr>
          <a:xfrm>
            <a:off x="802944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7" name="PlaceHolder 5"/>
          <p:cNvSpPr>
            <a:spLocks noGrp="1"/>
          </p:cNvSpPr>
          <p:nvPr>
            <p:ph type="body"/>
          </p:nvPr>
        </p:nvSpPr>
        <p:spPr>
          <a:xfrm>
            <a:off x="60960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8" name="PlaceHolder 6"/>
          <p:cNvSpPr>
            <a:spLocks noGrp="1"/>
          </p:cNvSpPr>
          <p:nvPr>
            <p:ph type="body"/>
          </p:nvPr>
        </p:nvSpPr>
        <p:spPr>
          <a:xfrm>
            <a:off x="431952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39" name="PlaceHolder 7"/>
          <p:cNvSpPr>
            <a:spLocks noGrp="1"/>
          </p:cNvSpPr>
          <p:nvPr>
            <p:ph type="body"/>
          </p:nvPr>
        </p:nvSpPr>
        <p:spPr>
          <a:xfrm>
            <a:off x="802944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3" name="PlaceHolder 2"/>
          <p:cNvSpPr>
            <a:spLocks noGrp="1"/>
          </p:cNvSpPr>
          <p:nvPr>
            <p:ph type="subTitle"/>
          </p:nvPr>
        </p:nvSpPr>
        <p:spPr>
          <a:xfrm>
            <a:off x="609600" y="1604520"/>
            <a:ext cx="10972320" cy="3977280"/>
          </a:xfrm>
          <a:prstGeom prst="rect">
            <a:avLst/>
          </a:prstGeom>
        </p:spPr>
        <p:txBody>
          <a:bodyPr lIns="0" tIns="0" rIns="0" bIns="0" anchor="ctr">
            <a:noAutofit/>
          </a:bodyPr>
          <a:lstStyle/>
          <a:p>
            <a:pPr algn="ctr"/>
            <a:endParaRPr lang="en-US" sz="3200" b="0" strike="noStrike" spc="-1">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5" name="PlaceHolder 2"/>
          <p:cNvSpPr>
            <a:spLocks noGrp="1"/>
          </p:cNvSpPr>
          <p:nvPr>
            <p:ph type="body"/>
          </p:nvPr>
        </p:nvSpPr>
        <p:spPr>
          <a:xfrm>
            <a:off x="609600" y="1604520"/>
            <a:ext cx="10972320" cy="397728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47"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48"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609600" y="273600"/>
            <a:ext cx="10972320" cy="5307840"/>
          </a:xfrm>
          <a:prstGeom prst="rect">
            <a:avLst/>
          </a:prstGeom>
        </p:spPr>
        <p:txBody>
          <a:bodyPr lIns="0" tIns="0" rIns="0" bIns="0" anchor="ctr">
            <a:noAutofit/>
          </a:bodyPr>
          <a:lstStyle/>
          <a:p>
            <a:pPr algn="ctr"/>
            <a:endParaRPr lang="en-US" sz="3200" b="0" strike="noStrike" spc="-1">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52"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3"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4"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56"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7"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58" name="PlaceHolder 4"/>
          <p:cNvSpPr>
            <a:spLocks noGrp="1"/>
          </p:cNvSpPr>
          <p:nvPr>
            <p:ph type="body"/>
          </p:nvPr>
        </p:nvSpPr>
        <p:spPr>
          <a:xfrm>
            <a:off x="623232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0"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1"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2" name="PlaceHolder 4"/>
          <p:cNvSpPr>
            <a:spLocks noGrp="1"/>
          </p:cNvSpPr>
          <p:nvPr>
            <p:ph type="body"/>
          </p:nvPr>
        </p:nvSpPr>
        <p:spPr>
          <a:xfrm>
            <a:off x="609600" y="368208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4" name="PlaceHolder 2"/>
          <p:cNvSpPr>
            <a:spLocks noGrp="1"/>
          </p:cNvSpPr>
          <p:nvPr>
            <p:ph type="body"/>
          </p:nvPr>
        </p:nvSpPr>
        <p:spPr>
          <a:xfrm>
            <a:off x="609600" y="160452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5" name="PlaceHolder 3"/>
          <p:cNvSpPr>
            <a:spLocks noGrp="1"/>
          </p:cNvSpPr>
          <p:nvPr>
            <p:ph type="body"/>
          </p:nvPr>
        </p:nvSpPr>
        <p:spPr>
          <a:xfrm>
            <a:off x="609600" y="368208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67"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8"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69"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0" name="PlaceHolder 5"/>
          <p:cNvSpPr>
            <a:spLocks noGrp="1"/>
          </p:cNvSpPr>
          <p:nvPr>
            <p:ph type="body"/>
          </p:nvPr>
        </p:nvSpPr>
        <p:spPr>
          <a:xfrm>
            <a:off x="623232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72" name="PlaceHolder 2"/>
          <p:cNvSpPr>
            <a:spLocks noGrp="1"/>
          </p:cNvSpPr>
          <p:nvPr>
            <p:ph type="body"/>
          </p:nvPr>
        </p:nvSpPr>
        <p:spPr>
          <a:xfrm>
            <a:off x="60960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3" name="PlaceHolder 3"/>
          <p:cNvSpPr>
            <a:spLocks noGrp="1"/>
          </p:cNvSpPr>
          <p:nvPr>
            <p:ph type="body"/>
          </p:nvPr>
        </p:nvSpPr>
        <p:spPr>
          <a:xfrm>
            <a:off x="431952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4" name="PlaceHolder 4"/>
          <p:cNvSpPr>
            <a:spLocks noGrp="1"/>
          </p:cNvSpPr>
          <p:nvPr>
            <p:ph type="body"/>
          </p:nvPr>
        </p:nvSpPr>
        <p:spPr>
          <a:xfrm>
            <a:off x="802944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5" name="PlaceHolder 5"/>
          <p:cNvSpPr>
            <a:spLocks noGrp="1"/>
          </p:cNvSpPr>
          <p:nvPr>
            <p:ph type="body"/>
          </p:nvPr>
        </p:nvSpPr>
        <p:spPr>
          <a:xfrm>
            <a:off x="60960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6" name="PlaceHolder 6"/>
          <p:cNvSpPr>
            <a:spLocks noGrp="1"/>
          </p:cNvSpPr>
          <p:nvPr>
            <p:ph type="body"/>
          </p:nvPr>
        </p:nvSpPr>
        <p:spPr>
          <a:xfrm>
            <a:off x="431952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77" name="PlaceHolder 7"/>
          <p:cNvSpPr>
            <a:spLocks noGrp="1"/>
          </p:cNvSpPr>
          <p:nvPr>
            <p:ph type="body"/>
          </p:nvPr>
        </p:nvSpPr>
        <p:spPr>
          <a:xfrm>
            <a:off x="802944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nl-NL" smtClean="0"/>
              <a:pPr algn="r"/>
              <a:t>‹nr.›</a:t>
            </a:fld>
            <a:endParaRPr lang="nl-NL"/>
          </a:p>
        </p:txBody>
      </p:sp>
    </p:spTree>
    <p:extLst>
      <p:ext uri="{BB962C8B-B14F-4D97-AF65-F5344CB8AC3E}">
        <p14:creationId xmlns:p14="http://schemas.microsoft.com/office/powerpoint/2010/main" val="22801575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el en tekst">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2F49DF6-EF89-9242-96AF-13E2B93C58D3}"/>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el 5">
            <a:extLst>
              <a:ext uri="{FF2B5EF4-FFF2-40B4-BE49-F238E27FC236}">
                <a16:creationId xmlns:a16="http://schemas.microsoft.com/office/drawing/2014/main" id="{0D4A260E-A58B-9E41-A402-C97E883472EB}"/>
              </a:ext>
            </a:extLst>
          </p:cNvPr>
          <p:cNvSpPr>
            <a:spLocks noGrp="1"/>
          </p:cNvSpPr>
          <p:nvPr>
            <p:ph type="title"/>
          </p:nvPr>
        </p:nvSpPr>
        <p:spPr>
          <a:xfrm>
            <a:off x="431800" y="1326776"/>
            <a:ext cx="10646363" cy="1477809"/>
          </a:xfrm>
        </p:spPr>
        <p:txBody>
          <a:bodyPr/>
          <a:lstStyle/>
          <a:p>
            <a:r>
              <a:rPr lang="nl-NL"/>
              <a:t>Klik om stijl te bewerken</a:t>
            </a:r>
            <a:endParaRPr lang="nl-NL" dirty="0"/>
          </a:p>
        </p:txBody>
      </p:sp>
      <p:sp>
        <p:nvSpPr>
          <p:cNvPr id="5" name="Tijdelijke aanduiding voor tekst 4">
            <a:extLst>
              <a:ext uri="{FF2B5EF4-FFF2-40B4-BE49-F238E27FC236}">
                <a16:creationId xmlns:a16="http://schemas.microsoft.com/office/drawing/2014/main" id="{E5CC833F-AF5D-BE4A-BBF9-4A5C0DC4AC32}"/>
              </a:ext>
            </a:extLst>
          </p:cNvPr>
          <p:cNvSpPr>
            <a:spLocks noGrp="1"/>
          </p:cNvSpPr>
          <p:nvPr>
            <p:ph type="body" sz="quarter" idx="15"/>
          </p:nvPr>
        </p:nvSpPr>
        <p:spPr>
          <a:xfrm>
            <a:off x="431801" y="2804584"/>
            <a:ext cx="10638367" cy="321733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 name="Tijdelijke aanduiding voor voettekst 1">
            <a:extLst>
              <a:ext uri="{FF2B5EF4-FFF2-40B4-BE49-F238E27FC236}">
                <a16:creationId xmlns:a16="http://schemas.microsoft.com/office/drawing/2014/main" id="{6492356F-B0BD-C441-ACCC-2B36166F77BB}"/>
              </a:ext>
            </a:extLst>
          </p:cNvPr>
          <p:cNvSpPr>
            <a:spLocks noGrp="1"/>
          </p:cNvSpPr>
          <p:nvPr>
            <p:ph type="ftr" sz="quarter" idx="16"/>
          </p:nvPr>
        </p:nvSpPr>
        <p:spPr/>
        <p:txBody>
          <a:bodyPr/>
          <a:lstStyle/>
          <a:p>
            <a:pPr>
              <a:defRPr/>
            </a:pPr>
            <a:r>
              <a:rPr lang="nl-NL"/>
              <a:t>Titel presentatie</a:t>
            </a:r>
            <a:endParaRPr lang="nl-NL" dirty="0"/>
          </a:p>
        </p:txBody>
      </p:sp>
      <p:sp>
        <p:nvSpPr>
          <p:cNvPr id="4" name="Tijdelijke aanduiding voor dianummer 3">
            <a:extLst>
              <a:ext uri="{FF2B5EF4-FFF2-40B4-BE49-F238E27FC236}">
                <a16:creationId xmlns:a16="http://schemas.microsoft.com/office/drawing/2014/main" id="{036E3A49-4F16-3D48-BCBD-BE73340D12B0}"/>
              </a:ext>
            </a:extLst>
          </p:cNvPr>
          <p:cNvSpPr>
            <a:spLocks noGrp="1"/>
          </p:cNvSpPr>
          <p:nvPr>
            <p:ph type="sldNum" sz="quarter" idx="17"/>
          </p:nvPr>
        </p:nvSpPr>
        <p:spPr/>
        <p:txBody>
          <a:bodyPr/>
          <a:lstStyle/>
          <a:p>
            <a:fld id="{49004725-3891-F142-B776-4F4F06198762}" type="slidenum">
              <a:rPr lang="nl-NL" smtClean="0"/>
              <a:pPr/>
              <a:t>‹nr.›</a:t>
            </a:fld>
            <a:endParaRPr lang="nl-NL" dirty="0"/>
          </a:p>
        </p:txBody>
      </p:sp>
      <p:pic>
        <p:nvPicPr>
          <p:cNvPr id="10" name="Afbeelding 9">
            <a:extLst>
              <a:ext uri="{FF2B5EF4-FFF2-40B4-BE49-F238E27FC236}">
                <a16:creationId xmlns:a16="http://schemas.microsoft.com/office/drawing/2014/main" id="{CC4838CF-D7BB-FD4B-AA3B-F164D4A1DAB8}"/>
              </a:ext>
            </a:extLst>
          </p:cNvPr>
          <p:cNvPicPr>
            <a:picLocks noChangeAspect="1"/>
          </p:cNvPicPr>
          <p:nvPr userDrawn="1"/>
        </p:nvPicPr>
        <p:blipFill>
          <a:blip r:embed="rId3"/>
          <a:srcRect/>
          <a:stretch/>
        </p:blipFill>
        <p:spPr>
          <a:xfrm>
            <a:off x="9694034" y="6032402"/>
            <a:ext cx="2497964" cy="825599"/>
          </a:xfrm>
          <a:prstGeom prst="rect">
            <a:avLst/>
          </a:prstGeom>
        </p:spPr>
      </p:pic>
      <p:sp>
        <p:nvSpPr>
          <p:cNvPr id="11" name="Tijdelijke aanduiding voor afbeelding 13">
            <a:extLst>
              <a:ext uri="{FF2B5EF4-FFF2-40B4-BE49-F238E27FC236}">
                <a16:creationId xmlns:a16="http://schemas.microsoft.com/office/drawing/2014/main" id="{8B155A77-9972-F745-93CB-75D872DC3C96}"/>
              </a:ext>
            </a:extLst>
          </p:cNvPr>
          <p:cNvSpPr>
            <a:spLocks noGrp="1"/>
          </p:cNvSpPr>
          <p:nvPr>
            <p:ph type="pic" sz="quarter" idx="14"/>
          </p:nvPr>
        </p:nvSpPr>
        <p:spPr>
          <a:xfrm>
            <a:off x="8361600" y="0"/>
            <a:ext cx="3830400" cy="825600"/>
          </a:xfrm>
        </p:spPr>
        <p:txBody>
          <a:bodyPr/>
          <a:lstStyle>
            <a:lvl1pPr marL="0" indent="0">
              <a:buNone/>
              <a:defRPr/>
            </a:lvl1pPr>
          </a:lstStyle>
          <a:p>
            <a:r>
              <a:rPr lang="nl-NL"/>
              <a:t>Klik op het pictogram als u een afbeelding wilt toevoegen</a:t>
            </a:r>
            <a:endParaRPr lang="nl-NL" dirty="0"/>
          </a:p>
        </p:txBody>
      </p:sp>
    </p:spTree>
    <p:extLst>
      <p:ext uri="{BB962C8B-B14F-4D97-AF65-F5344CB8AC3E}">
        <p14:creationId xmlns:p14="http://schemas.microsoft.com/office/powerpoint/2010/main" val="24818553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3" name="PlaceHolder 2"/>
          <p:cNvSpPr>
            <a:spLocks noGrp="1"/>
          </p:cNvSpPr>
          <p:nvPr>
            <p:ph type="subTitle"/>
          </p:nvPr>
        </p:nvSpPr>
        <p:spPr>
          <a:xfrm>
            <a:off x="609600" y="1604520"/>
            <a:ext cx="10972320" cy="3977280"/>
          </a:xfrm>
          <a:prstGeom prst="rect">
            <a:avLst/>
          </a:prstGeom>
        </p:spPr>
        <p:txBody>
          <a:bodyPr lIns="0" tIns="0" rIns="0" bIns="0" anchor="ctr">
            <a:noAutofit/>
          </a:bodyPr>
          <a:lstStyle/>
          <a:p>
            <a:pPr algn="ctr"/>
            <a:endParaRPr lang="en-US" sz="3200" b="0" strike="noStrike" spc="-1">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5" name="PlaceHolder 2"/>
          <p:cNvSpPr>
            <a:spLocks noGrp="1"/>
          </p:cNvSpPr>
          <p:nvPr>
            <p:ph type="body"/>
          </p:nvPr>
        </p:nvSpPr>
        <p:spPr>
          <a:xfrm>
            <a:off x="609600" y="1604520"/>
            <a:ext cx="10972320" cy="397728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87"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88"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09600" y="273600"/>
            <a:ext cx="10972320" cy="5307840"/>
          </a:xfrm>
          <a:prstGeom prst="rect">
            <a:avLst/>
          </a:prstGeom>
        </p:spPr>
        <p:txBody>
          <a:bodyPr lIns="0" tIns="0" rIns="0" bIns="0" anchor="ctr">
            <a:noAutofit/>
          </a:bodyPr>
          <a:lstStyle/>
          <a:p>
            <a:pPr algn="ctr"/>
            <a:endParaRPr lang="en-US" sz="3200" b="0" strike="noStrike" spc="-1">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92"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3"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4"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96"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7"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98" name="PlaceHolder 4"/>
          <p:cNvSpPr>
            <a:spLocks noGrp="1"/>
          </p:cNvSpPr>
          <p:nvPr>
            <p:ph type="body"/>
          </p:nvPr>
        </p:nvSpPr>
        <p:spPr>
          <a:xfrm>
            <a:off x="623232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00"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1"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2" name="PlaceHolder 4"/>
          <p:cNvSpPr>
            <a:spLocks noGrp="1"/>
          </p:cNvSpPr>
          <p:nvPr>
            <p:ph type="body"/>
          </p:nvPr>
        </p:nvSpPr>
        <p:spPr>
          <a:xfrm>
            <a:off x="609600" y="368208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04" name="PlaceHolder 2"/>
          <p:cNvSpPr>
            <a:spLocks noGrp="1"/>
          </p:cNvSpPr>
          <p:nvPr>
            <p:ph type="body"/>
          </p:nvPr>
        </p:nvSpPr>
        <p:spPr>
          <a:xfrm>
            <a:off x="609600" y="160452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5" name="PlaceHolder 3"/>
          <p:cNvSpPr>
            <a:spLocks noGrp="1"/>
          </p:cNvSpPr>
          <p:nvPr>
            <p:ph type="body"/>
          </p:nvPr>
        </p:nvSpPr>
        <p:spPr>
          <a:xfrm>
            <a:off x="609600" y="3682080"/>
            <a:ext cx="1097232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07"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8"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09"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0" name="PlaceHolder 5"/>
          <p:cNvSpPr>
            <a:spLocks noGrp="1"/>
          </p:cNvSpPr>
          <p:nvPr>
            <p:ph type="body"/>
          </p:nvPr>
        </p:nvSpPr>
        <p:spPr>
          <a:xfrm>
            <a:off x="6232320" y="3682080"/>
            <a:ext cx="53544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600" y="273600"/>
            <a:ext cx="10972320" cy="1144800"/>
          </a:xfrm>
          <a:prstGeom prst="rect">
            <a:avLst/>
          </a:prstGeom>
        </p:spPr>
        <p:txBody>
          <a:bodyPr lIns="0" tIns="0" rIns="0" bIns="0" anchor="ctr">
            <a:noAutofit/>
          </a:bodyPr>
          <a:lstStyle/>
          <a:p>
            <a:endParaRPr lang="nl-NL" sz="3200" b="0" strike="noStrike" spc="-1">
              <a:solidFill>
                <a:srgbClr val="000000"/>
              </a:solidFill>
              <a:latin typeface="Arial"/>
            </a:endParaRPr>
          </a:p>
        </p:txBody>
      </p:sp>
      <p:sp>
        <p:nvSpPr>
          <p:cNvPr id="112" name="PlaceHolder 2"/>
          <p:cNvSpPr>
            <a:spLocks noGrp="1"/>
          </p:cNvSpPr>
          <p:nvPr>
            <p:ph type="body"/>
          </p:nvPr>
        </p:nvSpPr>
        <p:spPr>
          <a:xfrm>
            <a:off x="60960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3" name="PlaceHolder 3"/>
          <p:cNvSpPr>
            <a:spLocks noGrp="1"/>
          </p:cNvSpPr>
          <p:nvPr>
            <p:ph type="body"/>
          </p:nvPr>
        </p:nvSpPr>
        <p:spPr>
          <a:xfrm>
            <a:off x="431952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4" name="PlaceHolder 4"/>
          <p:cNvSpPr>
            <a:spLocks noGrp="1"/>
          </p:cNvSpPr>
          <p:nvPr>
            <p:ph type="body"/>
          </p:nvPr>
        </p:nvSpPr>
        <p:spPr>
          <a:xfrm>
            <a:off x="8029440" y="160452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5" name="PlaceHolder 5"/>
          <p:cNvSpPr>
            <a:spLocks noGrp="1"/>
          </p:cNvSpPr>
          <p:nvPr>
            <p:ph type="body"/>
          </p:nvPr>
        </p:nvSpPr>
        <p:spPr>
          <a:xfrm>
            <a:off x="60960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6" name="PlaceHolder 6"/>
          <p:cNvSpPr>
            <a:spLocks noGrp="1"/>
          </p:cNvSpPr>
          <p:nvPr>
            <p:ph type="body"/>
          </p:nvPr>
        </p:nvSpPr>
        <p:spPr>
          <a:xfrm>
            <a:off x="431952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
        <p:nvSpPr>
          <p:cNvPr id="117" name="PlaceHolder 7"/>
          <p:cNvSpPr>
            <a:spLocks noGrp="1"/>
          </p:cNvSpPr>
          <p:nvPr>
            <p:ph type="body"/>
          </p:nvPr>
        </p:nvSpPr>
        <p:spPr>
          <a:xfrm>
            <a:off x="8029440" y="3682080"/>
            <a:ext cx="3532800" cy="1896840"/>
          </a:xfrm>
          <a:prstGeom prst="rect">
            <a:avLst/>
          </a:prstGeom>
        </p:spPr>
        <p:txBody>
          <a:bodyPr lIns="0" tIns="0" rIns="0" bIns="0">
            <a:normAutofit/>
          </a:bodyPr>
          <a:lstStyle/>
          <a:p>
            <a:endParaRPr lang="nl-NL" sz="20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theme" Target="../theme/theme2.xml"/><Relationship Id="rId16"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theme" Target="../theme/theme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600" y="944640"/>
            <a:ext cx="10972320" cy="1142640"/>
          </a:xfrm>
          <a:prstGeom prst="rect">
            <a:avLst/>
          </a:prstGeom>
        </p:spPr>
        <p:txBody>
          <a:bodyPr anchor="ctr">
            <a:noAutofit/>
          </a:bodyPr>
          <a:lstStyle/>
          <a:p>
            <a:pPr>
              <a:lnSpc>
                <a:spcPct val="100000"/>
              </a:lnSpc>
            </a:pPr>
            <a:r>
              <a:rPr lang="en-US" sz="3200" b="0" strike="noStrike" cap="all" spc="-1">
                <a:solidFill>
                  <a:srgbClr val="25167A"/>
                </a:solidFill>
                <a:latin typeface="Arial"/>
                <a:ea typeface="ＭＳ Ｐゴシック"/>
              </a:rPr>
              <a:t>Click to edit Master title style</a:t>
            </a:r>
            <a:endParaRPr lang="nl-NL" sz="3200" b="0" strike="noStrike" spc="-1">
              <a:solidFill>
                <a:srgbClr val="000000"/>
              </a:solidFill>
              <a:latin typeface="Arial"/>
            </a:endParaRPr>
          </a:p>
        </p:txBody>
      </p:sp>
      <p:sp>
        <p:nvSpPr>
          <p:cNvPr id="5" name="PlaceHolder 2"/>
          <p:cNvSpPr>
            <a:spLocks noGrp="1"/>
          </p:cNvSpPr>
          <p:nvPr>
            <p:ph type="body"/>
          </p:nvPr>
        </p:nvSpPr>
        <p:spPr>
          <a:xfrm>
            <a:off x="609600" y="2086920"/>
            <a:ext cx="10972320" cy="4038840"/>
          </a:xfrm>
          <a:prstGeom prst="rect">
            <a:avLst/>
          </a:prstGeom>
        </p:spPr>
        <p:txBody>
          <a:bodyPr>
            <a:normAutofit/>
          </a:bodyPr>
          <a:lstStyle/>
          <a:p>
            <a:pPr marL="342000" indent="-341640">
              <a:lnSpc>
                <a:spcPct val="100000"/>
              </a:lnSpc>
              <a:spcBef>
                <a:spcPts val="400"/>
              </a:spcBef>
              <a:buClr>
                <a:srgbClr val="000000"/>
              </a:buClr>
              <a:buFont typeface="Arial"/>
              <a:buChar char="•"/>
            </a:pPr>
            <a:r>
              <a:rPr lang="en-US" sz="2000" b="0" strike="noStrike" spc="-1">
                <a:solidFill>
                  <a:srgbClr val="000000"/>
                </a:solidFill>
                <a:latin typeface="Arial"/>
                <a:ea typeface="ＭＳ Ｐゴシック"/>
              </a:rPr>
              <a:t>Edit Master text styles</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pPr>
            <a:r>
              <a:rPr lang="en-US" sz="1800" b="0" strike="noStrike" spc="-1">
                <a:solidFill>
                  <a:srgbClr val="000000"/>
                </a:solidFill>
                <a:latin typeface="Arial"/>
                <a:ea typeface="ＭＳ Ｐゴシック"/>
              </a:rPr>
              <a:t>Second level</a:t>
            </a:r>
            <a:endParaRPr lang="nl-NL" sz="1800" b="0" strike="noStrike" spc="-1">
              <a:solidFill>
                <a:srgbClr val="000000"/>
              </a:solidFill>
              <a:latin typeface="Arial"/>
            </a:endParaRPr>
          </a:p>
          <a:p>
            <a:pPr marL="896760" lvl="2" indent="-285480">
              <a:lnSpc>
                <a:spcPct val="100000"/>
              </a:lnSpc>
              <a:spcBef>
                <a:spcPts val="320"/>
              </a:spcBef>
              <a:buClr>
                <a:srgbClr val="000000"/>
              </a:buClr>
              <a:buFont typeface="Arial"/>
              <a:buChar char="•"/>
            </a:pPr>
            <a:r>
              <a:rPr lang="en-US" sz="1600" b="0" strike="noStrike" spc="-1">
                <a:solidFill>
                  <a:srgbClr val="000000"/>
                </a:solidFill>
                <a:latin typeface="Arial"/>
                <a:ea typeface="ＭＳ Ｐゴシック"/>
              </a:rPr>
              <a:t>Third level</a:t>
            </a:r>
            <a:endParaRPr lang="nl-NL" sz="1600" b="0" strike="noStrike" spc="-1">
              <a:solidFill>
                <a:srgbClr val="000000"/>
              </a:solidFill>
              <a:latin typeface="Arial"/>
            </a:endParaRPr>
          </a:p>
          <a:p>
            <a:pPr marL="1255680" lvl="3" indent="-285480">
              <a:lnSpc>
                <a:spcPct val="100000"/>
              </a:lnSpc>
              <a:spcBef>
                <a:spcPts val="281"/>
              </a:spcBef>
              <a:buClr>
                <a:srgbClr val="000000"/>
              </a:buClr>
              <a:buFont typeface="Arial"/>
              <a:buChar char="•"/>
            </a:pPr>
            <a:r>
              <a:rPr lang="en-US" sz="1400" b="0" strike="noStrike" spc="-1">
                <a:solidFill>
                  <a:srgbClr val="000000"/>
                </a:solidFill>
                <a:latin typeface="Arial"/>
                <a:ea typeface="ＭＳ Ｐゴシック"/>
              </a:rPr>
              <a:t>Fourth level</a:t>
            </a:r>
            <a:endParaRPr lang="nl-NL" sz="1400" b="0" strike="noStrike" spc="-1">
              <a:solidFill>
                <a:srgbClr val="000000"/>
              </a:solidFill>
              <a:latin typeface="Arial"/>
            </a:endParaRPr>
          </a:p>
          <a:p>
            <a:pPr marL="1612800" lvl="4" indent="-285480">
              <a:lnSpc>
                <a:spcPct val="100000"/>
              </a:lnSpc>
              <a:spcBef>
                <a:spcPts val="281"/>
              </a:spcBef>
              <a:buClr>
                <a:srgbClr val="000000"/>
              </a:buClr>
              <a:buFont typeface="Arial"/>
              <a:buChar char="•"/>
            </a:pPr>
            <a:r>
              <a:rPr lang="en-US" sz="1400" b="0" strike="noStrike" spc="-1">
                <a:solidFill>
                  <a:srgbClr val="000000"/>
                </a:solidFill>
                <a:latin typeface="Arial"/>
                <a:ea typeface="ＭＳ Ｐゴシック"/>
              </a:rPr>
              <a:t>Fifth level</a:t>
            </a:r>
            <a:endParaRPr lang="nl-NL" sz="1400" b="0" strike="noStrike" spc="-1">
              <a:solidFill>
                <a:srgbClr val="000000"/>
              </a:solidFill>
              <a:latin typeface="Arial"/>
            </a:endParaRPr>
          </a:p>
        </p:txBody>
      </p:sp>
      <p:sp>
        <p:nvSpPr>
          <p:cNvPr id="2" name="PlaceHolder 3"/>
          <p:cNvSpPr>
            <a:spLocks noGrp="1"/>
          </p:cNvSpPr>
          <p:nvPr>
            <p:ph type="ftr"/>
          </p:nvPr>
        </p:nvSpPr>
        <p:spPr>
          <a:xfrm>
            <a:off x="609600" y="6124680"/>
            <a:ext cx="3860160" cy="364680"/>
          </a:xfrm>
          <a:prstGeom prst="rect">
            <a:avLst/>
          </a:prstGeom>
        </p:spPr>
        <p:txBody>
          <a:bodyPr anchor="ctr">
            <a:noAutofit/>
          </a:bodyPr>
          <a:lstStyle/>
          <a:p>
            <a:endParaRPr lang="en-US" sz="2400" b="0" strike="noStrike" spc="-1">
              <a:latin typeface="Calibri"/>
            </a:endParaRPr>
          </a:p>
        </p:txBody>
      </p:sp>
      <p:sp>
        <p:nvSpPr>
          <p:cNvPr id="3" name="PlaceHolder 4"/>
          <p:cNvSpPr>
            <a:spLocks noGrp="1"/>
          </p:cNvSpPr>
          <p:nvPr>
            <p:ph type="sldNum"/>
          </p:nvPr>
        </p:nvSpPr>
        <p:spPr>
          <a:xfrm>
            <a:off x="11006880" y="6124680"/>
            <a:ext cx="835680" cy="364680"/>
          </a:xfrm>
          <a:prstGeom prst="rect">
            <a:avLst/>
          </a:prstGeom>
        </p:spPr>
        <p:txBody>
          <a:bodyPr anchor="ctr">
            <a:noAutofit/>
          </a:bodyPr>
          <a:lstStyle/>
          <a:p>
            <a:pPr algn="r">
              <a:lnSpc>
                <a:spcPct val="100000"/>
              </a:lnSpc>
            </a:pPr>
            <a:fld id="{3A87AD53-1024-468D-953A-83A6787D0329}" type="slidenum">
              <a:rPr lang="nl-NL" sz="1000" b="0" strike="noStrike" spc="-1">
                <a:solidFill>
                  <a:srgbClr val="FFFFFF"/>
                </a:solidFill>
                <a:latin typeface="Arial"/>
                <a:ea typeface="Arial"/>
              </a:rPr>
              <a:t>‹nr.›</a:t>
            </a:fld>
            <a:endParaRPr lang="en-US"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42000" indent="-341640" algn="l" defTabSz="914400" rtl="0" eaLnBrk="1" latinLnBrk="0" hangingPunct="1">
        <a:lnSpc>
          <a:spcPct val="100000"/>
        </a:lnSpc>
        <a:spcBef>
          <a:spcPts val="400"/>
        </a:spcBef>
        <a:buClr>
          <a:srgbClr val="000000"/>
        </a:buClr>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6"/>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09600" y="273600"/>
            <a:ext cx="10972320" cy="1144800"/>
          </a:xfrm>
          <a:prstGeom prst="rect">
            <a:avLst/>
          </a:prstGeom>
        </p:spPr>
        <p:txBody>
          <a:bodyPr lIns="0" tIns="0" rIns="0" bIns="0" anchor="ctr">
            <a:noAutofit/>
          </a:bodyPr>
          <a:lstStyle/>
          <a:p>
            <a:r>
              <a:rPr lang="nl-NL" sz="3200" b="0" strike="noStrike" spc="-1">
                <a:solidFill>
                  <a:srgbClr val="000000"/>
                </a:solidFill>
                <a:latin typeface="Arial"/>
              </a:rPr>
              <a:t>Click to edit the title text format</a:t>
            </a:r>
          </a:p>
        </p:txBody>
      </p:sp>
      <p:sp>
        <p:nvSpPr>
          <p:cNvPr id="41" name="PlaceHolder 2"/>
          <p:cNvSpPr>
            <a:spLocks noGrp="1"/>
          </p:cNvSpPr>
          <p:nvPr>
            <p:ph type="body"/>
          </p:nvPr>
        </p:nvSpPr>
        <p:spPr>
          <a:xfrm>
            <a:off x="609600" y="1604520"/>
            <a:ext cx="1097232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nl-NL" sz="20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nl-NL"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nl-NL" sz="16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nl-NL"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nl-NL"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nl-NL"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nl-NL"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00" r:id="rId13"/>
    <p:sldLayoutId id="214748370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609600" y="944640"/>
            <a:ext cx="10972320" cy="1142640"/>
          </a:xfrm>
          <a:prstGeom prst="rect">
            <a:avLst/>
          </a:prstGeom>
        </p:spPr>
        <p:txBody>
          <a:bodyPr anchor="ctr">
            <a:noAutofit/>
          </a:bodyPr>
          <a:lstStyle/>
          <a:p>
            <a:pPr>
              <a:lnSpc>
                <a:spcPct val="100000"/>
              </a:lnSpc>
            </a:pPr>
            <a:r>
              <a:rPr lang="en-US" sz="3200" b="0" strike="noStrike" cap="all" spc="-1">
                <a:solidFill>
                  <a:srgbClr val="25167A"/>
                </a:solidFill>
                <a:latin typeface="Arial"/>
                <a:ea typeface="ＭＳ Ｐゴシック"/>
              </a:rPr>
              <a:t>Click to edit Master title style</a:t>
            </a:r>
            <a:endParaRPr lang="nl-NL" sz="3200" b="0" strike="noStrike" spc="-1">
              <a:solidFill>
                <a:srgbClr val="000000"/>
              </a:solidFill>
              <a:latin typeface="Arial"/>
            </a:endParaRPr>
          </a:p>
        </p:txBody>
      </p:sp>
      <p:sp>
        <p:nvSpPr>
          <p:cNvPr id="79" name="PlaceHolder 2"/>
          <p:cNvSpPr>
            <a:spLocks noGrp="1"/>
          </p:cNvSpPr>
          <p:nvPr>
            <p:ph type="body"/>
          </p:nvPr>
        </p:nvSpPr>
        <p:spPr>
          <a:xfrm>
            <a:off x="609600" y="2086920"/>
            <a:ext cx="10972320" cy="4038840"/>
          </a:xfrm>
          <a:prstGeom prst="rect">
            <a:avLst/>
          </a:prstGeom>
        </p:spPr>
        <p:txBody>
          <a:bodyPr>
            <a:normAutofit/>
          </a:bodyPr>
          <a:lstStyle/>
          <a:p>
            <a:pPr marL="342000" indent="-341640">
              <a:lnSpc>
                <a:spcPct val="100000"/>
              </a:lnSpc>
              <a:spcBef>
                <a:spcPts val="400"/>
              </a:spcBef>
              <a:buClr>
                <a:srgbClr val="000000"/>
              </a:buClr>
              <a:buFont typeface="Arial"/>
              <a:buChar char="•"/>
            </a:pPr>
            <a:r>
              <a:rPr lang="en-US" sz="2000" b="0" strike="noStrike" spc="-1">
                <a:solidFill>
                  <a:srgbClr val="000000"/>
                </a:solidFill>
                <a:latin typeface="Arial"/>
                <a:ea typeface="ＭＳ Ｐゴシック"/>
              </a:rPr>
              <a:t>Edit Master text styles</a:t>
            </a:r>
            <a:endParaRPr lang="nl-NL" sz="2000" b="0" strike="noStrike" spc="-1">
              <a:solidFill>
                <a:srgbClr val="000000"/>
              </a:solidFill>
              <a:latin typeface="Arial"/>
            </a:endParaRPr>
          </a:p>
          <a:p>
            <a:pPr marL="628560" lvl="1" indent="-285480">
              <a:lnSpc>
                <a:spcPct val="100000"/>
              </a:lnSpc>
              <a:spcBef>
                <a:spcPts val="360"/>
              </a:spcBef>
              <a:buClr>
                <a:srgbClr val="000000"/>
              </a:buClr>
              <a:buFont typeface="Arial"/>
              <a:buChar char="•"/>
            </a:pPr>
            <a:r>
              <a:rPr lang="en-US" sz="1800" b="0" strike="noStrike" spc="-1">
                <a:solidFill>
                  <a:srgbClr val="000000"/>
                </a:solidFill>
                <a:latin typeface="Arial"/>
                <a:ea typeface="ＭＳ Ｐゴシック"/>
              </a:rPr>
              <a:t>Second level</a:t>
            </a:r>
            <a:endParaRPr lang="nl-NL" sz="1800" b="0" strike="noStrike" spc="-1">
              <a:solidFill>
                <a:srgbClr val="000000"/>
              </a:solidFill>
              <a:latin typeface="Arial"/>
            </a:endParaRPr>
          </a:p>
          <a:p>
            <a:pPr marL="896760" lvl="2" indent="-285480">
              <a:lnSpc>
                <a:spcPct val="100000"/>
              </a:lnSpc>
              <a:spcBef>
                <a:spcPts val="320"/>
              </a:spcBef>
              <a:buClr>
                <a:srgbClr val="000000"/>
              </a:buClr>
              <a:buFont typeface="Arial"/>
              <a:buChar char="•"/>
            </a:pPr>
            <a:r>
              <a:rPr lang="en-US" sz="1600" b="0" strike="noStrike" spc="-1">
                <a:solidFill>
                  <a:srgbClr val="000000"/>
                </a:solidFill>
                <a:latin typeface="Arial"/>
                <a:ea typeface="ＭＳ Ｐゴシック"/>
              </a:rPr>
              <a:t>Third level</a:t>
            </a:r>
            <a:endParaRPr lang="nl-NL" sz="1600" b="0" strike="noStrike" spc="-1">
              <a:solidFill>
                <a:srgbClr val="000000"/>
              </a:solidFill>
              <a:latin typeface="Arial"/>
            </a:endParaRPr>
          </a:p>
          <a:p>
            <a:pPr marL="1255680" lvl="3" indent="-285480">
              <a:lnSpc>
                <a:spcPct val="100000"/>
              </a:lnSpc>
              <a:spcBef>
                <a:spcPts val="281"/>
              </a:spcBef>
              <a:buClr>
                <a:srgbClr val="000000"/>
              </a:buClr>
              <a:buFont typeface="Arial"/>
              <a:buChar char="•"/>
            </a:pPr>
            <a:r>
              <a:rPr lang="en-US" sz="1400" b="0" strike="noStrike" spc="-1">
                <a:solidFill>
                  <a:srgbClr val="000000"/>
                </a:solidFill>
                <a:latin typeface="Arial"/>
                <a:ea typeface="ＭＳ Ｐゴシック"/>
              </a:rPr>
              <a:t>Fourth level</a:t>
            </a:r>
            <a:endParaRPr lang="nl-NL" sz="1400" b="0" strike="noStrike" spc="-1">
              <a:solidFill>
                <a:srgbClr val="000000"/>
              </a:solidFill>
              <a:latin typeface="Arial"/>
            </a:endParaRPr>
          </a:p>
          <a:p>
            <a:pPr marL="1612800" lvl="4" indent="-285480">
              <a:lnSpc>
                <a:spcPct val="100000"/>
              </a:lnSpc>
              <a:spcBef>
                <a:spcPts val="281"/>
              </a:spcBef>
              <a:buClr>
                <a:srgbClr val="000000"/>
              </a:buClr>
              <a:buFont typeface="Arial"/>
              <a:buChar char="•"/>
            </a:pPr>
            <a:r>
              <a:rPr lang="en-US" sz="1400" b="0" strike="noStrike" spc="-1">
                <a:solidFill>
                  <a:srgbClr val="000000"/>
                </a:solidFill>
                <a:latin typeface="Arial"/>
                <a:ea typeface="ＭＳ Ｐゴシック"/>
              </a:rPr>
              <a:t>Fifth level</a:t>
            </a:r>
            <a:endParaRPr lang="nl-NL" sz="1400" b="0" strike="noStrike" spc="-1">
              <a:solidFill>
                <a:srgbClr val="000000"/>
              </a:solidFill>
              <a:latin typeface="Arial"/>
            </a:endParaRPr>
          </a:p>
        </p:txBody>
      </p:sp>
      <p:sp>
        <p:nvSpPr>
          <p:cNvPr id="80" name="PlaceHolder 3"/>
          <p:cNvSpPr>
            <a:spLocks noGrp="1"/>
          </p:cNvSpPr>
          <p:nvPr>
            <p:ph type="ftr"/>
          </p:nvPr>
        </p:nvSpPr>
        <p:spPr>
          <a:xfrm>
            <a:off x="609600" y="6124680"/>
            <a:ext cx="3860160" cy="364680"/>
          </a:xfrm>
          <a:prstGeom prst="rect">
            <a:avLst/>
          </a:prstGeom>
        </p:spPr>
        <p:txBody>
          <a:bodyPr anchor="ctr">
            <a:noAutofit/>
          </a:bodyPr>
          <a:lstStyle/>
          <a:p>
            <a:endParaRPr lang="en-US" sz="2400" b="0" strike="noStrike" spc="-1">
              <a:latin typeface="Calibri"/>
            </a:endParaRPr>
          </a:p>
        </p:txBody>
      </p:sp>
      <p:sp>
        <p:nvSpPr>
          <p:cNvPr id="81" name="PlaceHolder 4"/>
          <p:cNvSpPr>
            <a:spLocks noGrp="1"/>
          </p:cNvSpPr>
          <p:nvPr>
            <p:ph type="sldNum"/>
          </p:nvPr>
        </p:nvSpPr>
        <p:spPr>
          <a:xfrm>
            <a:off x="11006880" y="6124680"/>
            <a:ext cx="835680" cy="364680"/>
          </a:xfrm>
          <a:prstGeom prst="rect">
            <a:avLst/>
          </a:prstGeom>
        </p:spPr>
        <p:txBody>
          <a:bodyPr anchor="ctr">
            <a:noAutofit/>
          </a:bodyPr>
          <a:lstStyle/>
          <a:p>
            <a:pPr algn="r">
              <a:lnSpc>
                <a:spcPct val="100000"/>
              </a:lnSpc>
            </a:pPr>
            <a:fld id="{ACFC50FE-F2EF-4086-AAE2-274888D6A3EA}" type="slidenum">
              <a:rPr lang="nl-NL" sz="1000" b="0" strike="noStrike" spc="-1">
                <a:solidFill>
                  <a:srgbClr val="FFFFFF"/>
                </a:solidFill>
                <a:latin typeface="Arial"/>
                <a:ea typeface="Arial"/>
              </a:rPr>
              <a:t>‹nr.›</a:t>
            </a:fld>
            <a:endParaRPr lang="en-US" sz="1000" b="0" strike="noStrike" spc="-1">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42000" indent="-341640" algn="l" defTabSz="914400" rtl="0" eaLnBrk="1" latinLnBrk="0" hangingPunct="1">
        <a:lnSpc>
          <a:spcPct val="100000"/>
        </a:lnSpc>
        <a:spcBef>
          <a:spcPts val="400"/>
        </a:spcBef>
        <a:buClr>
          <a:srgbClr val="000000"/>
        </a:buClr>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jpeg"/><Relationship Id="rId3" Type="http://schemas.openxmlformats.org/officeDocument/2006/relationships/hyperlink" Target="https://devopedia.org/exploratory-data-analysi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docs.scipy.org/doc/numpy-1.10.4/reference/generated/numpy.random.choice.html" TargetMode="Externa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6.png"/><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0.png"/><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CustomShape 1"/>
          <p:cNvSpPr/>
          <p:nvPr/>
        </p:nvSpPr>
        <p:spPr>
          <a:xfrm>
            <a:off x="0" y="360"/>
            <a:ext cx="12192000" cy="6857280"/>
          </a:xfrm>
          <a:prstGeom prst="rect">
            <a:avLst/>
          </a:prstGeom>
          <a:solidFill>
            <a:schemeClr val="tx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sp>
        <p:nvSpPr>
          <p:cNvPr id="204" name="CustomShape 2"/>
          <p:cNvSpPr/>
          <p:nvPr/>
        </p:nvSpPr>
        <p:spPr>
          <a:xfrm>
            <a:off x="3433080" y="1941121"/>
            <a:ext cx="7196760" cy="33994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4300" spc="-1" dirty="0">
                <a:solidFill>
                  <a:srgbClr val="FFFFFF"/>
                </a:solidFill>
                <a:latin typeface="Bernard MT Condensed"/>
                <a:ea typeface="ＭＳ Ｐゴシック"/>
              </a:rPr>
              <a:t>Exploratory Data Analysis</a:t>
            </a:r>
          </a:p>
          <a:p>
            <a:pPr>
              <a:lnSpc>
                <a:spcPct val="100000"/>
              </a:lnSpc>
            </a:pPr>
            <a:r>
              <a:rPr lang="en-US" sz="4300" spc="-1" dirty="0">
                <a:solidFill>
                  <a:srgbClr val="FFFFFF"/>
                </a:solidFill>
                <a:latin typeface="Bernard MT Condensed"/>
                <a:ea typeface="ＭＳ Ｐゴシック"/>
              </a:rPr>
              <a:t>(</a:t>
            </a:r>
            <a:r>
              <a:rPr lang="en-US" sz="4300" spc="-1" dirty="0" err="1">
                <a:solidFill>
                  <a:srgbClr val="FFFFFF"/>
                </a:solidFill>
                <a:latin typeface="Bernard MT Condensed"/>
                <a:ea typeface="ＭＳ Ｐゴシック"/>
              </a:rPr>
              <a:t>Dataverkenning</a:t>
            </a:r>
            <a:r>
              <a:rPr lang="en-US" sz="4300" spc="-1" dirty="0">
                <a:solidFill>
                  <a:srgbClr val="FFFFFF"/>
                </a:solidFill>
                <a:latin typeface="Bernard MT Condensed"/>
                <a:ea typeface="ＭＳ Ｐゴシック"/>
              </a:rPr>
              <a:t>) </a:t>
            </a:r>
          </a:p>
          <a:p>
            <a:pPr>
              <a:lnSpc>
                <a:spcPct val="100000"/>
              </a:lnSpc>
            </a:pPr>
            <a:endParaRPr lang="en-US" sz="4300" spc="-1" dirty="0">
              <a:solidFill>
                <a:srgbClr val="FFFFFF"/>
              </a:solidFill>
              <a:latin typeface="Bernard MT Condensed"/>
              <a:ea typeface="ＭＳ Ｐゴシック"/>
            </a:endParaRPr>
          </a:p>
          <a:p>
            <a:pPr>
              <a:lnSpc>
                <a:spcPct val="100000"/>
              </a:lnSpc>
            </a:pPr>
            <a:endParaRPr lang="en-US" sz="4300" spc="-1" dirty="0">
              <a:solidFill>
                <a:srgbClr val="FFFFFF"/>
              </a:solidFill>
              <a:latin typeface="Bernard MT Condensed"/>
              <a:ea typeface="ＭＳ Ｐゴシック"/>
            </a:endParaRPr>
          </a:p>
          <a:p>
            <a:pPr>
              <a:lnSpc>
                <a:spcPct val="100000"/>
              </a:lnSpc>
            </a:pPr>
            <a:r>
              <a:rPr lang="en-US" sz="4300" spc="-1" dirty="0">
                <a:solidFill>
                  <a:srgbClr val="FFFFFF"/>
                </a:solidFill>
                <a:latin typeface="Bernard MT Condensed"/>
                <a:ea typeface="ＭＳ Ｐゴシック"/>
              </a:rPr>
              <a:t>W…H….Y</a:t>
            </a:r>
            <a:endParaRPr lang="en-US" sz="4300" spc="-1" dirty="0">
              <a:latin typeface="Calibri"/>
            </a:endParaRPr>
          </a:p>
        </p:txBody>
      </p:sp>
    </p:spTree>
    <p:extLst>
      <p:ext uri="{BB962C8B-B14F-4D97-AF65-F5344CB8AC3E}">
        <p14:creationId xmlns:p14="http://schemas.microsoft.com/office/powerpoint/2010/main" val="1089199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CustomShape 1"/>
          <p:cNvSpPr/>
          <p:nvPr/>
        </p:nvSpPr>
        <p:spPr>
          <a:xfrm>
            <a:off x="2571750" y="978795"/>
            <a:ext cx="8505825" cy="5679180"/>
          </a:xfrm>
          <a:prstGeom prst="rect">
            <a:avLst/>
          </a:prstGeom>
          <a:solidFill>
            <a:schemeClr val="bg1"/>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pic>
        <p:nvPicPr>
          <p:cNvPr id="246" name="Picture 3"/>
          <p:cNvPicPr/>
          <p:nvPr/>
        </p:nvPicPr>
        <p:blipFill>
          <a:blip r:embed="rId2"/>
          <a:srcRect r="3004"/>
          <a:stretch/>
        </p:blipFill>
        <p:spPr>
          <a:xfrm>
            <a:off x="1892280" y="844200"/>
            <a:ext cx="6507000" cy="5190840"/>
          </a:xfrm>
          <a:prstGeom prst="rect">
            <a:avLst/>
          </a:prstGeom>
          <a:ln>
            <a:noFill/>
          </a:ln>
        </p:spPr>
      </p:pic>
      <p:sp>
        <p:nvSpPr>
          <p:cNvPr id="247" name="CustomShape 2"/>
          <p:cNvSpPr/>
          <p:nvPr/>
        </p:nvSpPr>
        <p:spPr>
          <a:xfrm>
            <a:off x="4011240" y="1300680"/>
            <a:ext cx="1016640" cy="1016640"/>
          </a:xfrm>
          <a:prstGeom prst="ellipse">
            <a:avLst/>
          </a:prstGeom>
          <a:solidFill>
            <a:schemeClr val="accent3">
              <a:lumMod val="75000"/>
              <a:alpha val="65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sp>
        <p:nvSpPr>
          <p:cNvPr id="248" name="CustomShape 3"/>
          <p:cNvSpPr/>
          <p:nvPr/>
        </p:nvSpPr>
        <p:spPr>
          <a:xfrm>
            <a:off x="5425320" y="2018160"/>
            <a:ext cx="1016640" cy="1016640"/>
          </a:xfrm>
          <a:prstGeom prst="ellipse">
            <a:avLst/>
          </a:prstGeom>
          <a:solidFill>
            <a:srgbClr val="FFFF00">
              <a:alpha val="65000"/>
            </a:srgb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sp>
        <p:nvSpPr>
          <p:cNvPr id="249" name="CustomShape 4"/>
          <p:cNvSpPr/>
          <p:nvPr/>
        </p:nvSpPr>
        <p:spPr>
          <a:xfrm>
            <a:off x="6982320" y="2450160"/>
            <a:ext cx="1695960" cy="2386800"/>
          </a:xfrm>
          <a:prstGeom prst="leftBrace">
            <a:avLst>
              <a:gd name="adj1" fmla="val 20678"/>
              <a:gd name="adj2" fmla="val 50000"/>
            </a:avLst>
          </a:prstGeom>
          <a:noFill/>
          <a:ln>
            <a:round/>
          </a:ln>
          <a:effectLst>
            <a:outerShdw blurRad="40000" dist="20160" dir="5400000" rotWithShape="0">
              <a:srgbClr val="000000">
                <a:alpha val="38000"/>
              </a:srgbClr>
            </a:outerShdw>
          </a:effectLst>
        </p:spPr>
        <p:style>
          <a:lnRef idx="2">
            <a:schemeClr val="accent1"/>
          </a:lnRef>
          <a:fillRef idx="0">
            <a:schemeClr val="accent1"/>
          </a:fillRef>
          <a:effectRef idx="1">
            <a:schemeClr val="accent1"/>
          </a:effectRef>
          <a:fontRef idx="minor"/>
        </p:style>
        <p:txBody>
          <a:bodyPr/>
          <a:lstStyle/>
          <a:p>
            <a:endParaRPr lang="nl-NL"/>
          </a:p>
        </p:txBody>
      </p:sp>
      <p:sp>
        <p:nvSpPr>
          <p:cNvPr id="250" name="CustomShape 5"/>
          <p:cNvSpPr/>
          <p:nvPr/>
        </p:nvSpPr>
        <p:spPr>
          <a:xfrm>
            <a:off x="8084460" y="2753084"/>
            <a:ext cx="2268360" cy="175287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pc="-1" dirty="0">
                <a:solidFill>
                  <a:srgbClr val="000000"/>
                </a:solidFill>
                <a:latin typeface="Calibri"/>
              </a:rPr>
              <a:t>Feitelijk zijn we in een soort tussenfase beland waar we wel data hebben maar nog geen inzicht of de data goed genoeg is</a:t>
            </a:r>
            <a:endParaRPr lang="en-US" spc="-1" dirty="0">
              <a:latin typeface="Calibri"/>
            </a:endParaRPr>
          </a:p>
        </p:txBody>
      </p:sp>
    </p:spTree>
    <p:extLst>
      <p:ext uri="{BB962C8B-B14F-4D97-AF65-F5344CB8AC3E}">
        <p14:creationId xmlns:p14="http://schemas.microsoft.com/office/powerpoint/2010/main" val="1689162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TextShape 1"/>
          <p:cNvSpPr txBox="1"/>
          <p:nvPr/>
        </p:nvSpPr>
        <p:spPr>
          <a:xfrm>
            <a:off x="1981200" y="944640"/>
            <a:ext cx="8229240" cy="1142640"/>
          </a:xfrm>
          <a:prstGeom prst="rect">
            <a:avLst/>
          </a:prstGeom>
          <a:noFill/>
          <a:ln>
            <a:noFill/>
          </a:ln>
        </p:spPr>
        <p:txBody>
          <a:bodyPr anchor="ctr">
            <a:noAutofit/>
          </a:bodyPr>
          <a:lstStyle/>
          <a:p>
            <a:pPr>
              <a:lnSpc>
                <a:spcPct val="100000"/>
              </a:lnSpc>
            </a:pPr>
            <a:r>
              <a:rPr lang="nl-NL" sz="3200" cap="all" spc="-1">
                <a:solidFill>
                  <a:srgbClr val="25167A"/>
                </a:solidFill>
                <a:latin typeface="Arial"/>
                <a:ea typeface="ＭＳ Ｐゴシック"/>
              </a:rPr>
              <a:t>Information overload</a:t>
            </a:r>
            <a:endParaRPr lang="nl-NL" sz="3200" spc="-1">
              <a:solidFill>
                <a:srgbClr val="000000"/>
              </a:solidFill>
              <a:latin typeface="Arial"/>
            </a:endParaRPr>
          </a:p>
        </p:txBody>
      </p:sp>
      <p:sp>
        <p:nvSpPr>
          <p:cNvPr id="292" name="TextShape 2"/>
          <p:cNvSpPr txBox="1"/>
          <p:nvPr/>
        </p:nvSpPr>
        <p:spPr>
          <a:xfrm>
            <a:off x="1981200" y="2086920"/>
            <a:ext cx="8229240" cy="4038840"/>
          </a:xfrm>
          <a:prstGeom prst="rect">
            <a:avLst/>
          </a:prstGeom>
          <a:noFill/>
          <a:ln w="9360">
            <a:noFill/>
          </a:ln>
        </p:spPr>
        <p:txBody>
          <a:bodyPr>
            <a:noAutofit/>
          </a:bodyPr>
          <a:lstStyle/>
          <a:p>
            <a:pPr marL="342000" indent="-341640">
              <a:spcBef>
                <a:spcPts val="400"/>
              </a:spcBef>
              <a:buClr>
                <a:srgbClr val="000000"/>
              </a:buClr>
              <a:buFont typeface="Arial"/>
              <a:buChar char="•"/>
            </a:pPr>
            <a:r>
              <a:rPr lang="nl-NL" sz="2000" spc="-1" dirty="0">
                <a:solidFill>
                  <a:srgbClr val="000000"/>
                </a:solidFill>
                <a:latin typeface="Arial"/>
                <a:ea typeface="ＭＳ Ｐゴシック"/>
              </a:rPr>
              <a:t>Mensen zijn notoir slecht in het beoordelen van zeer kleine of zeer grote getallen.</a:t>
            </a:r>
          </a:p>
          <a:p>
            <a:pPr marL="342000" indent="-341640">
              <a:spcBef>
                <a:spcPts val="400"/>
              </a:spcBef>
              <a:buClr>
                <a:srgbClr val="000000"/>
              </a:buClr>
              <a:buFont typeface="Arial"/>
              <a:buChar char="•"/>
            </a:pPr>
            <a:endParaRPr lang="nl-NL" sz="2000" spc="-1" dirty="0">
              <a:solidFill>
                <a:srgbClr val="000000"/>
              </a:solidFill>
              <a:latin typeface="Arial"/>
              <a:ea typeface="ＭＳ Ｐゴシック"/>
            </a:endParaRPr>
          </a:p>
          <a:p>
            <a:pPr marL="342000" indent="-341640">
              <a:spcBef>
                <a:spcPts val="400"/>
              </a:spcBef>
              <a:buClr>
                <a:srgbClr val="000000"/>
              </a:buClr>
              <a:buFont typeface="Arial"/>
              <a:buChar char="•"/>
            </a:pPr>
            <a:r>
              <a:rPr lang="nl-NL" sz="2000" spc="-1" dirty="0">
                <a:solidFill>
                  <a:srgbClr val="000000"/>
                </a:solidFill>
                <a:latin typeface="Arial"/>
                <a:ea typeface="ＭＳ Ｐゴシック"/>
              </a:rPr>
              <a:t>Gebruik de visuele verwerkingskracht van onze hersenen -&gt; visuele informatie stroomt moeiteloos binnen. </a:t>
            </a:r>
          </a:p>
          <a:p>
            <a:pPr marL="342000" indent="-341640">
              <a:spcBef>
                <a:spcPts val="400"/>
              </a:spcBef>
              <a:buClr>
                <a:srgbClr val="000000"/>
              </a:buClr>
              <a:buFont typeface="Arial"/>
              <a:buChar char="•"/>
            </a:pPr>
            <a:endParaRPr lang="nl-NL" sz="2000" spc="-1" dirty="0">
              <a:solidFill>
                <a:srgbClr val="000000"/>
              </a:solidFill>
              <a:latin typeface="Arial"/>
              <a:ea typeface="ＭＳ Ｐゴシック"/>
            </a:endParaRPr>
          </a:p>
          <a:p>
            <a:pPr marL="342000" indent="-341640">
              <a:spcBef>
                <a:spcPts val="400"/>
              </a:spcBef>
              <a:buClr>
                <a:srgbClr val="000000"/>
              </a:buClr>
              <a:buFont typeface="Arial"/>
              <a:buChar char="•"/>
            </a:pPr>
            <a:r>
              <a:rPr lang="nl-NL" sz="2000" spc="-1" dirty="0">
                <a:solidFill>
                  <a:srgbClr val="000000"/>
                </a:solidFill>
                <a:latin typeface="Arial"/>
                <a:ea typeface="ＭＳ Ｐゴシック"/>
              </a:rPr>
              <a:t>Kenniscompressie -&gt; enorme hoeveelheid informatie effectief samenvatten</a:t>
            </a:r>
          </a:p>
        </p:txBody>
      </p:sp>
      <p:sp>
        <p:nvSpPr>
          <p:cNvPr id="293" name="TextShape 3"/>
          <p:cNvSpPr txBox="1"/>
          <p:nvPr/>
        </p:nvSpPr>
        <p:spPr>
          <a:xfrm>
            <a:off x="9779160" y="6124680"/>
            <a:ext cx="626760" cy="364680"/>
          </a:xfrm>
          <a:prstGeom prst="rect">
            <a:avLst/>
          </a:prstGeom>
          <a:noFill/>
          <a:ln>
            <a:noFill/>
          </a:ln>
        </p:spPr>
        <p:txBody>
          <a:bodyPr anchor="ctr">
            <a:noAutofit/>
          </a:bodyPr>
          <a:lstStyle/>
          <a:p>
            <a:pPr algn="r">
              <a:lnSpc>
                <a:spcPct val="100000"/>
              </a:lnSpc>
            </a:pPr>
            <a:fld id="{B3A362C6-99A3-45AC-9075-F71C0CAC10BF}" type="slidenum">
              <a:rPr lang="nl-NL" sz="1000" spc="-1">
                <a:solidFill>
                  <a:srgbClr val="FFFFFF"/>
                </a:solidFill>
                <a:latin typeface="Arial"/>
                <a:ea typeface="Arial"/>
              </a:rPr>
              <a:t>3</a:t>
            </a:fld>
            <a:endParaRPr lang="en-US" sz="1000" spc="-1">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TextShape 1"/>
          <p:cNvSpPr txBox="1"/>
          <p:nvPr/>
        </p:nvSpPr>
        <p:spPr>
          <a:xfrm>
            <a:off x="1981200" y="944640"/>
            <a:ext cx="8229240" cy="1142640"/>
          </a:xfrm>
          <a:prstGeom prst="rect">
            <a:avLst/>
          </a:prstGeom>
          <a:noFill/>
          <a:ln>
            <a:noFill/>
          </a:ln>
        </p:spPr>
        <p:txBody>
          <a:bodyPr anchor="ctr">
            <a:noAutofit/>
          </a:bodyPr>
          <a:lstStyle/>
          <a:p>
            <a:pPr>
              <a:lnSpc>
                <a:spcPct val="100000"/>
              </a:lnSpc>
            </a:pPr>
            <a:r>
              <a:rPr lang="nl-NL" sz="3200" cap="all" spc="-1" dirty="0">
                <a:solidFill>
                  <a:srgbClr val="25167A"/>
                </a:solidFill>
                <a:latin typeface="Arial"/>
                <a:ea typeface="ＭＳ Ｐゴシック"/>
              </a:rPr>
              <a:t>Hoe doe je EDA?</a:t>
            </a:r>
            <a:endParaRPr lang="nl-NL" sz="3200" spc="-1" dirty="0">
              <a:solidFill>
                <a:srgbClr val="000000"/>
              </a:solidFill>
              <a:latin typeface="Arial"/>
            </a:endParaRPr>
          </a:p>
        </p:txBody>
      </p:sp>
      <p:sp>
        <p:nvSpPr>
          <p:cNvPr id="295" name="TextShape 2"/>
          <p:cNvSpPr txBox="1"/>
          <p:nvPr/>
        </p:nvSpPr>
        <p:spPr>
          <a:xfrm>
            <a:off x="1981200" y="2086920"/>
            <a:ext cx="8229240" cy="4038840"/>
          </a:xfrm>
          <a:prstGeom prst="rect">
            <a:avLst/>
          </a:prstGeom>
          <a:noFill/>
          <a:ln w="9360">
            <a:noFill/>
          </a:ln>
        </p:spPr>
        <p:txBody>
          <a:bodyPr>
            <a:normAutofit lnSpcReduction="10000"/>
          </a:bodyPr>
          <a:lstStyle/>
          <a:p>
            <a:pPr marL="291960" lvl="1" indent="-285480">
              <a:lnSpc>
                <a:spcPct val="150000"/>
              </a:lnSpc>
              <a:spcBef>
                <a:spcPts val="360"/>
              </a:spcBef>
              <a:buClr>
                <a:srgbClr val="000000"/>
              </a:buClr>
              <a:buFont typeface="Arial"/>
              <a:buChar char="•"/>
            </a:pPr>
            <a:r>
              <a:rPr lang="nl-NL" spc="-1" dirty="0">
                <a:solidFill>
                  <a:srgbClr val="000000"/>
                </a:solidFill>
                <a:latin typeface="Arial"/>
                <a:ea typeface="ＭＳ Ｐゴシック"/>
              </a:rPr>
              <a:t>Een beschrijving van de dataset krijgen (</a:t>
            </a:r>
            <a:r>
              <a:rPr lang="nl-NL" spc="-1" dirty="0" err="1">
                <a:solidFill>
                  <a:srgbClr val="000000"/>
                </a:solidFill>
                <a:latin typeface="Arial"/>
                <a:ea typeface="ＭＳ Ｐゴシック"/>
              </a:rPr>
              <a:t>describe</a:t>
            </a:r>
            <a:r>
              <a:rPr lang="nl-NL" spc="-1" dirty="0">
                <a:solidFill>
                  <a:srgbClr val="000000"/>
                </a:solidFill>
                <a:latin typeface="Arial"/>
                <a:ea typeface="ＭＳ Ｐゴシック"/>
              </a:rPr>
              <a:t>/info)</a:t>
            </a:r>
          </a:p>
          <a:p>
            <a:pPr marL="291960" lvl="1" indent="-285480">
              <a:lnSpc>
                <a:spcPct val="150000"/>
              </a:lnSpc>
              <a:spcBef>
                <a:spcPts val="360"/>
              </a:spcBef>
              <a:buClr>
                <a:srgbClr val="000000"/>
              </a:buClr>
              <a:buFont typeface="Arial"/>
              <a:buChar char="•"/>
            </a:pPr>
            <a:r>
              <a:rPr lang="nl-NL" spc="-1" dirty="0" err="1">
                <a:solidFill>
                  <a:srgbClr val="000000"/>
                </a:solidFill>
                <a:latin typeface="Arial"/>
                <a:ea typeface="ＭＳ Ｐゴシック"/>
              </a:rPr>
              <a:t>Univariate</a:t>
            </a:r>
            <a:r>
              <a:rPr lang="nl-NL" spc="-1" dirty="0">
                <a:solidFill>
                  <a:srgbClr val="000000"/>
                </a:solidFill>
                <a:latin typeface="Arial"/>
                <a:ea typeface="ＭＳ Ｐゴシック"/>
              </a:rPr>
              <a:t> analyse</a:t>
            </a:r>
          </a:p>
          <a:p>
            <a:pPr marL="749160" lvl="2" indent="-285480">
              <a:lnSpc>
                <a:spcPct val="150000"/>
              </a:lnSpc>
              <a:spcBef>
                <a:spcPts val="360"/>
              </a:spcBef>
              <a:buClr>
                <a:srgbClr val="000000"/>
              </a:buClr>
              <a:buFont typeface="Arial"/>
              <a:buChar char="•"/>
            </a:pPr>
            <a:r>
              <a:rPr lang="nl-NL" spc="-1" dirty="0">
                <a:solidFill>
                  <a:srgbClr val="000000"/>
                </a:solidFill>
                <a:latin typeface="Arial"/>
                <a:ea typeface="ＭＳ Ｐゴシック"/>
              </a:rPr>
              <a:t>Beschrijvende statistieken zoals aantal, unieke telling, ontbrekende waarden, uitschieters,</a:t>
            </a:r>
          </a:p>
          <a:p>
            <a:pPr marL="749160" lvl="2" indent="-285480">
              <a:lnSpc>
                <a:spcPct val="150000"/>
              </a:lnSpc>
              <a:spcBef>
                <a:spcPts val="360"/>
              </a:spcBef>
              <a:buClr>
                <a:srgbClr val="000000"/>
              </a:buClr>
              <a:buFont typeface="Arial"/>
              <a:buChar char="•"/>
            </a:pPr>
            <a:r>
              <a:rPr lang="nl-NL" spc="-1" dirty="0">
                <a:solidFill>
                  <a:srgbClr val="000000"/>
                </a:solidFill>
                <a:latin typeface="Arial"/>
                <a:ea typeface="ＭＳ Ｐゴシック"/>
              </a:rPr>
              <a:t>Categorische variabelen onderzoeken (tellingen)</a:t>
            </a:r>
          </a:p>
          <a:p>
            <a:pPr marL="749160" lvl="2" indent="-285480">
              <a:lnSpc>
                <a:spcPct val="150000"/>
              </a:lnSpc>
              <a:spcBef>
                <a:spcPts val="360"/>
              </a:spcBef>
              <a:buClr>
                <a:srgbClr val="000000"/>
              </a:buClr>
              <a:buFont typeface="Arial"/>
              <a:buChar char="•"/>
            </a:pPr>
            <a:r>
              <a:rPr lang="nl-NL" spc="-1" dirty="0">
                <a:solidFill>
                  <a:srgbClr val="000000"/>
                </a:solidFill>
                <a:latin typeface="Arial"/>
                <a:ea typeface="ＭＳ Ｐゴシック"/>
              </a:rPr>
              <a:t>Numerieke variabelen onderzoeken (verdelingen)</a:t>
            </a:r>
          </a:p>
          <a:p>
            <a:pPr marL="291960" lvl="1" indent="-285480">
              <a:lnSpc>
                <a:spcPct val="150000"/>
              </a:lnSpc>
              <a:spcBef>
                <a:spcPts val="360"/>
              </a:spcBef>
              <a:buClr>
                <a:srgbClr val="000000"/>
              </a:buClr>
              <a:buFont typeface="Arial"/>
              <a:buChar char="•"/>
            </a:pPr>
            <a:r>
              <a:rPr lang="nl-NL" spc="-1" dirty="0" err="1">
                <a:solidFill>
                  <a:srgbClr val="000000"/>
                </a:solidFill>
                <a:latin typeface="Arial"/>
                <a:ea typeface="ＭＳ Ｐゴシック"/>
              </a:rPr>
              <a:t>Bivariate</a:t>
            </a:r>
            <a:r>
              <a:rPr lang="nl-NL" spc="-1" dirty="0">
                <a:solidFill>
                  <a:srgbClr val="000000"/>
                </a:solidFill>
                <a:latin typeface="Arial"/>
                <a:ea typeface="ＭＳ Ｐゴシック"/>
              </a:rPr>
              <a:t>/multivariate analyse</a:t>
            </a:r>
          </a:p>
          <a:p>
            <a:pPr marL="749160" lvl="2" indent="-285480">
              <a:lnSpc>
                <a:spcPct val="150000"/>
              </a:lnSpc>
              <a:spcBef>
                <a:spcPts val="360"/>
              </a:spcBef>
              <a:buClr>
                <a:srgbClr val="000000"/>
              </a:buClr>
              <a:buFont typeface="Arial"/>
              <a:buChar char="•"/>
            </a:pPr>
            <a:r>
              <a:rPr lang="nl-NL" spc="-1" dirty="0">
                <a:solidFill>
                  <a:srgbClr val="000000"/>
                </a:solidFill>
                <a:latin typeface="Arial"/>
                <a:ea typeface="ＭＳ Ｐゴシック"/>
              </a:rPr>
              <a:t>Relaties tussen reeksen variabelen onderzoeken</a:t>
            </a:r>
          </a:p>
          <a:p>
            <a:pPr marL="749160" lvl="2" indent="-285480">
              <a:lnSpc>
                <a:spcPct val="150000"/>
              </a:lnSpc>
              <a:spcBef>
                <a:spcPts val="360"/>
              </a:spcBef>
              <a:buClr>
                <a:srgbClr val="000000"/>
              </a:buClr>
              <a:buFont typeface="Arial"/>
              <a:buChar char="•"/>
            </a:pPr>
            <a:r>
              <a:rPr lang="nl-NL" spc="-1" dirty="0">
                <a:solidFill>
                  <a:srgbClr val="000000"/>
                </a:solidFill>
                <a:latin typeface="Arial"/>
                <a:ea typeface="ＭＳ Ｐゴシック"/>
              </a:rPr>
              <a:t>Experimenteren met interactieve visualisaties</a:t>
            </a:r>
            <a:endParaRPr lang="nl-NL" spc="-1" dirty="0">
              <a:solidFill>
                <a:srgbClr val="000000"/>
              </a:solidFill>
              <a:latin typeface="Arial"/>
            </a:endParaRPr>
          </a:p>
        </p:txBody>
      </p:sp>
      <p:sp>
        <p:nvSpPr>
          <p:cNvPr id="296" name="TextShape 3"/>
          <p:cNvSpPr txBox="1"/>
          <p:nvPr/>
        </p:nvSpPr>
        <p:spPr>
          <a:xfrm>
            <a:off x="9779160" y="6124680"/>
            <a:ext cx="626760" cy="364680"/>
          </a:xfrm>
          <a:prstGeom prst="rect">
            <a:avLst/>
          </a:prstGeom>
          <a:noFill/>
          <a:ln>
            <a:noFill/>
          </a:ln>
        </p:spPr>
        <p:txBody>
          <a:bodyPr anchor="ctr">
            <a:noAutofit/>
          </a:bodyPr>
          <a:lstStyle/>
          <a:p>
            <a:pPr algn="r">
              <a:lnSpc>
                <a:spcPct val="100000"/>
              </a:lnSpc>
            </a:pPr>
            <a:fld id="{0BEB285B-34A5-4082-B186-CBCCE692C6C8}" type="slidenum">
              <a:rPr lang="nl-NL" sz="1000" spc="-1">
                <a:solidFill>
                  <a:srgbClr val="FFFFFF"/>
                </a:solidFill>
                <a:latin typeface="Arial"/>
                <a:ea typeface="Arial"/>
              </a:rPr>
              <a:t>4</a:t>
            </a:fld>
            <a:endParaRPr lang="en-US" sz="1000" spc="-1">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fbeeldingsresultaat voor the flaw of averages">
            <a:extLst>
              <a:ext uri="{FF2B5EF4-FFF2-40B4-BE49-F238E27FC236}">
                <a16:creationId xmlns:a16="http://schemas.microsoft.com/office/drawing/2014/main" id="{AC8B3D88-3762-E415-8A87-CD3EBE09C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204" y="2563138"/>
            <a:ext cx="7142440" cy="420731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0027B3F-E629-473F-B026-98FEAAC7EFB3}"/>
              </a:ext>
            </a:extLst>
          </p:cNvPr>
          <p:cNvSpPr>
            <a:spLocks noGrp="1"/>
          </p:cNvSpPr>
          <p:nvPr>
            <p:ph type="title"/>
          </p:nvPr>
        </p:nvSpPr>
        <p:spPr>
          <a:xfrm>
            <a:off x="609600" y="594613"/>
            <a:ext cx="10972320" cy="1144800"/>
          </a:xfrm>
        </p:spPr>
        <p:txBody>
          <a:bodyPr/>
          <a:lstStyle/>
          <a:p>
            <a:r>
              <a:rPr lang="nl-NL" dirty="0"/>
              <a:t>Beschrijvende Statistieken</a:t>
            </a:r>
            <a:endParaRPr lang="en-US" dirty="0"/>
          </a:p>
        </p:txBody>
      </p:sp>
      <p:sp>
        <p:nvSpPr>
          <p:cNvPr id="3" name="Subtitle 2">
            <a:extLst>
              <a:ext uri="{FF2B5EF4-FFF2-40B4-BE49-F238E27FC236}">
                <a16:creationId xmlns:a16="http://schemas.microsoft.com/office/drawing/2014/main" id="{CD0033AB-1226-B8D3-B45A-4182B26D7E38}"/>
              </a:ext>
            </a:extLst>
          </p:cNvPr>
          <p:cNvSpPr>
            <a:spLocks noGrp="1"/>
          </p:cNvSpPr>
          <p:nvPr>
            <p:ph type="subTitle"/>
          </p:nvPr>
        </p:nvSpPr>
        <p:spPr>
          <a:xfrm>
            <a:off x="609600" y="1604520"/>
            <a:ext cx="10972320" cy="1245684"/>
          </a:xfrm>
        </p:spPr>
        <p:txBody>
          <a:bodyPr/>
          <a:lstStyle/>
          <a:p>
            <a:pPr marL="360" indent="0">
              <a:buNone/>
            </a:pPr>
            <a:r>
              <a:rPr lang="nl-NL" sz="2400" dirty="0"/>
              <a:t>Je kan een aantal samenvattende getallen bepalen voor iedere variabele: </a:t>
            </a:r>
          </a:p>
          <a:p>
            <a:pPr lvl="1"/>
            <a:r>
              <a:rPr lang="nl-NL" dirty="0"/>
              <a:t>Som, minimum, maximum, aantal unieke waardes, gemiddelde, aantal, standaard deviatie....</a:t>
            </a:r>
            <a:endParaRPr lang="en-US" dirty="0"/>
          </a:p>
        </p:txBody>
      </p:sp>
    </p:spTree>
    <p:extLst>
      <p:ext uri="{BB962C8B-B14F-4D97-AF65-F5344CB8AC3E}">
        <p14:creationId xmlns:p14="http://schemas.microsoft.com/office/powerpoint/2010/main" val="2833306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6476F-C3FD-3181-6371-70A1674122EE}"/>
              </a:ext>
            </a:extLst>
          </p:cNvPr>
          <p:cNvSpPr>
            <a:spLocks noGrp="1"/>
          </p:cNvSpPr>
          <p:nvPr>
            <p:ph type="title"/>
          </p:nvPr>
        </p:nvSpPr>
        <p:spPr>
          <a:xfrm>
            <a:off x="609600" y="703800"/>
            <a:ext cx="10972320" cy="1144800"/>
          </a:xfrm>
        </p:spPr>
        <p:txBody>
          <a:bodyPr/>
          <a:lstStyle/>
          <a:p>
            <a:r>
              <a:rPr lang="nl-NL" dirty="0"/>
              <a:t>Verdelingen: Box Plot</a:t>
            </a:r>
            <a:endParaRPr lang="en-US" dirty="0"/>
          </a:p>
        </p:txBody>
      </p:sp>
      <p:pic>
        <p:nvPicPr>
          <p:cNvPr id="1028" name="Picture 4">
            <a:extLst>
              <a:ext uri="{FF2B5EF4-FFF2-40B4-BE49-F238E27FC236}">
                <a16:creationId xmlns:a16="http://schemas.microsoft.com/office/drawing/2014/main" id="{6B6F8F61-D32F-B2D6-4867-7FB3ADB61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60" y="1708078"/>
            <a:ext cx="10642060" cy="5326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903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2C9A-ED6B-0042-8C15-6126B03AECB5}"/>
              </a:ext>
            </a:extLst>
          </p:cNvPr>
          <p:cNvSpPr>
            <a:spLocks noGrp="1"/>
          </p:cNvSpPr>
          <p:nvPr>
            <p:ph type="title"/>
          </p:nvPr>
        </p:nvSpPr>
        <p:spPr>
          <a:xfrm>
            <a:off x="609840" y="623796"/>
            <a:ext cx="10972320" cy="1144800"/>
          </a:xfrm>
        </p:spPr>
        <p:txBody>
          <a:bodyPr/>
          <a:lstStyle/>
          <a:p>
            <a:r>
              <a:rPr lang="nl-NL" dirty="0"/>
              <a:t>Verdelingen: histogram</a:t>
            </a:r>
            <a:endParaRPr lang="en-US" dirty="0"/>
          </a:p>
        </p:txBody>
      </p:sp>
      <p:pic>
        <p:nvPicPr>
          <p:cNvPr id="4100" name="Picture 4" descr="A Complete Guide to Histograms | Tutorial by Chartio">
            <a:extLst>
              <a:ext uri="{FF2B5EF4-FFF2-40B4-BE49-F238E27FC236}">
                <a16:creationId xmlns:a16="http://schemas.microsoft.com/office/drawing/2014/main" id="{0122F097-D19C-D4AB-4B1C-5E1D53CBD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5538" y="1768596"/>
            <a:ext cx="8160924" cy="4587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188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5407F20D-9A80-6846-A559-C60A7994C618}"/>
              </a:ext>
            </a:extLst>
          </p:cNvPr>
          <p:cNvSpPr/>
          <p:nvPr/>
        </p:nvSpPr>
        <p:spPr>
          <a:xfrm>
            <a:off x="0" y="0"/>
            <a:ext cx="12192000" cy="6857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3242A93-73B2-3843-80CF-CA37BE786B0E}"/>
              </a:ext>
            </a:extLst>
          </p:cNvPr>
          <p:cNvSpPr>
            <a:spLocks noGrp="1"/>
          </p:cNvSpPr>
          <p:nvPr>
            <p:ph type="title"/>
          </p:nvPr>
        </p:nvSpPr>
        <p:spPr>
          <a:xfrm>
            <a:off x="916144" y="26582"/>
            <a:ext cx="10972320" cy="1144800"/>
          </a:xfrm>
        </p:spPr>
        <p:txBody>
          <a:bodyPr/>
          <a:lstStyle/>
          <a:p>
            <a:r>
              <a:rPr lang="nl-NL" sz="3200" dirty="0"/>
              <a:t>We kijken naar </a:t>
            </a:r>
            <a:r>
              <a:rPr lang="nl-NL" sz="3200" dirty="0" err="1"/>
              <a:t>central</a:t>
            </a:r>
            <a:r>
              <a:rPr lang="nl-NL" sz="3200" dirty="0"/>
              <a:t> </a:t>
            </a:r>
            <a:r>
              <a:rPr lang="nl-NL" sz="3200" dirty="0" err="1"/>
              <a:t>tendencies</a:t>
            </a:r>
            <a:r>
              <a:rPr lang="nl-NL" sz="3200" dirty="0"/>
              <a:t> per variabele</a:t>
            </a:r>
          </a:p>
        </p:txBody>
      </p:sp>
      <p:pic>
        <p:nvPicPr>
          <p:cNvPr id="3074" name="Picture 2" descr="Comparing mean and median can tell us about skewness. Source: Dugar 2018.">
            <a:extLst>
              <a:ext uri="{FF2B5EF4-FFF2-40B4-BE49-F238E27FC236}">
                <a16:creationId xmlns:a16="http://schemas.microsoft.com/office/drawing/2014/main" id="{EBE699FF-C6A8-9944-8C45-5D61170328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983"/>
          <a:stretch/>
        </p:blipFill>
        <p:spPr bwMode="auto">
          <a:xfrm>
            <a:off x="335809" y="901276"/>
            <a:ext cx="1716853" cy="2064518"/>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a:extLst>
              <a:ext uri="{FF2B5EF4-FFF2-40B4-BE49-F238E27FC236}">
                <a16:creationId xmlns:a16="http://schemas.microsoft.com/office/drawing/2014/main" id="{ACF5207A-003C-1943-A6EE-5E8EBE4F4596}"/>
              </a:ext>
            </a:extLst>
          </p:cNvPr>
          <p:cNvSpPr/>
          <p:nvPr/>
        </p:nvSpPr>
        <p:spPr>
          <a:xfrm>
            <a:off x="3818692" y="1007412"/>
            <a:ext cx="6096000" cy="5078313"/>
          </a:xfrm>
          <a:prstGeom prst="rect">
            <a:avLst/>
          </a:prstGeom>
        </p:spPr>
        <p:txBody>
          <a:bodyPr>
            <a:spAutoFit/>
          </a:bodyPr>
          <a:lstStyle/>
          <a:p>
            <a:pPr>
              <a:buFont typeface="Arial" panose="020B0604020202020204" pitchFamily="34" charset="0"/>
              <a:buChar char="•"/>
            </a:pPr>
            <a:r>
              <a:rPr lang="nl-NL" b="1" dirty="0" err="1">
                <a:solidFill>
                  <a:srgbClr val="626262"/>
                </a:solidFill>
                <a:latin typeface="Open Sans"/>
              </a:rPr>
              <a:t>Mean</a:t>
            </a:r>
            <a:r>
              <a:rPr lang="nl-NL" dirty="0">
                <a:solidFill>
                  <a:srgbClr val="626262"/>
                </a:solidFill>
                <a:latin typeface="Open Sans"/>
              </a:rPr>
              <a:t>: Het gemiddelde is gelijk aan de som van alle waarden in de dataset gedeeld door het aantal waarden in de dataset. Dit wordt ook wel het rekenkundig gemiddelde genoemd. Andere middelen, zoals het geometrische gemiddelde en het harmonische gemiddelde, zijn soms ook nuttig.</a:t>
            </a:r>
          </a:p>
          <a:p>
            <a:endParaRPr lang="nl-NL" dirty="0">
              <a:solidFill>
                <a:srgbClr val="626262"/>
              </a:solidFill>
              <a:latin typeface="Open Sans"/>
            </a:endParaRPr>
          </a:p>
          <a:p>
            <a:pPr>
              <a:buFont typeface="Arial" panose="020B0604020202020204" pitchFamily="34" charset="0"/>
              <a:buChar char="•"/>
            </a:pPr>
            <a:r>
              <a:rPr lang="nl-NL" b="1" dirty="0" err="1">
                <a:solidFill>
                  <a:srgbClr val="626262"/>
                </a:solidFill>
                <a:latin typeface="Open Sans"/>
              </a:rPr>
              <a:t>Median</a:t>
            </a:r>
            <a:r>
              <a:rPr lang="nl-NL" dirty="0">
                <a:solidFill>
                  <a:srgbClr val="626262"/>
                </a:solidFill>
                <a:latin typeface="Open Sans"/>
              </a:rPr>
              <a:t>: Mediaan is de middelste score voor een reeks gegevens die in volgorde van grootte zijn gerangschikt. Gegeven een geordende lijst met studentencijfers:</a:t>
            </a:r>
          </a:p>
          <a:p>
            <a:r>
              <a:rPr lang="nl-NL" dirty="0">
                <a:solidFill>
                  <a:srgbClr val="626262"/>
                </a:solidFill>
                <a:latin typeface="Open Sans"/>
              </a:rPr>
              <a:t>[14 35 45 55 55 56 58 65 87 89 92], is de mediaan bijvoorbeeld 56 omdat dit het middelste cijfer is, aangezien er 5 items ervoor staan ​​en 5 items erna.</a:t>
            </a:r>
          </a:p>
          <a:p>
            <a:endParaRPr lang="nl-NL" dirty="0">
              <a:solidFill>
                <a:srgbClr val="626262"/>
              </a:solidFill>
              <a:latin typeface="Open Sans"/>
            </a:endParaRPr>
          </a:p>
          <a:p>
            <a:pPr>
              <a:buFont typeface="Arial" panose="020B0604020202020204" pitchFamily="34" charset="0"/>
              <a:buChar char="•"/>
            </a:pPr>
            <a:r>
              <a:rPr lang="nl-NL" b="1" dirty="0">
                <a:solidFill>
                  <a:srgbClr val="626262"/>
                </a:solidFill>
                <a:latin typeface="Open Sans"/>
              </a:rPr>
              <a:t>Mode</a:t>
            </a:r>
            <a:r>
              <a:rPr lang="nl-NL" dirty="0">
                <a:solidFill>
                  <a:srgbClr val="626262"/>
                </a:solidFill>
                <a:latin typeface="Open Sans"/>
              </a:rPr>
              <a:t>: Modus is de meest voorkomende score in onze dataset. Voor de bovenstaande dataset van studentencijfers is de modus 55 omdat 55 het maximale aantal keren wordt herhaald.</a:t>
            </a:r>
            <a:endParaRPr lang="nl-NL" b="0" i="0" dirty="0">
              <a:solidFill>
                <a:srgbClr val="626262"/>
              </a:solidFill>
              <a:effectLst/>
              <a:latin typeface="Open Sans"/>
            </a:endParaRPr>
          </a:p>
        </p:txBody>
      </p:sp>
      <p:pic>
        <p:nvPicPr>
          <p:cNvPr id="7" name="Picture 2" descr="Comparing mean and median can tell us about skewness. Source: Dugar 2018.">
            <a:extLst>
              <a:ext uri="{FF2B5EF4-FFF2-40B4-BE49-F238E27FC236}">
                <a16:creationId xmlns:a16="http://schemas.microsoft.com/office/drawing/2014/main" id="{6EE0AED7-3F67-914D-A3E5-35D8A83D7C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069"/>
          <a:stretch/>
        </p:blipFill>
        <p:spPr bwMode="auto">
          <a:xfrm>
            <a:off x="231939" y="4959105"/>
            <a:ext cx="1593669" cy="186315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omparing mean and median can tell us about skewness. Source: Dugar 2018.">
            <a:extLst>
              <a:ext uri="{FF2B5EF4-FFF2-40B4-BE49-F238E27FC236}">
                <a16:creationId xmlns:a16="http://schemas.microsoft.com/office/drawing/2014/main" id="{B004D938-FA62-A14A-B09D-6EBFCF770B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555" r="32388"/>
          <a:stretch/>
        </p:blipFill>
        <p:spPr bwMode="auto">
          <a:xfrm>
            <a:off x="231939" y="3023219"/>
            <a:ext cx="1716852" cy="1940819"/>
          </a:xfrm>
          <a:prstGeom prst="rect">
            <a:avLst/>
          </a:prstGeom>
          <a:noFill/>
          <a:extLst>
            <a:ext uri="{909E8E84-426E-40DD-AFC4-6F175D3DCCD1}">
              <a14:hiddenFill xmlns:a14="http://schemas.microsoft.com/office/drawing/2010/main">
                <a:solidFill>
                  <a:srgbClr val="FFFFFF"/>
                </a:solidFill>
              </a14:hiddenFill>
            </a:ext>
          </a:extLst>
        </p:spPr>
      </p:pic>
      <p:sp>
        <p:nvSpPr>
          <p:cNvPr id="9" name="Rechthoek 8">
            <a:extLst>
              <a:ext uri="{FF2B5EF4-FFF2-40B4-BE49-F238E27FC236}">
                <a16:creationId xmlns:a16="http://schemas.microsoft.com/office/drawing/2014/main" id="{C67A3B19-1769-3148-BAF4-0367C7D58AAA}"/>
              </a:ext>
            </a:extLst>
          </p:cNvPr>
          <p:cNvSpPr/>
          <p:nvPr/>
        </p:nvSpPr>
        <p:spPr>
          <a:xfrm>
            <a:off x="6017623" y="6483704"/>
            <a:ext cx="6096000" cy="338554"/>
          </a:xfrm>
          <a:prstGeom prst="rect">
            <a:avLst/>
          </a:prstGeom>
        </p:spPr>
        <p:txBody>
          <a:bodyPr>
            <a:spAutoFit/>
          </a:bodyPr>
          <a:lstStyle/>
          <a:p>
            <a:r>
              <a:rPr lang="en-US" sz="800" dirty="0" err="1"/>
              <a:t>Devopedia</a:t>
            </a:r>
            <a:r>
              <a:rPr lang="en-US" sz="800" dirty="0"/>
              <a:t>. 2020. "Exploratory Data Analysis." Version 29, December 7. Accessed 2021-02-08. </a:t>
            </a:r>
            <a:r>
              <a:rPr lang="en-US" sz="800" dirty="0">
                <a:hlinkClick r:id="rId3"/>
              </a:rPr>
              <a:t>https://devopedia.org/exploratory-data-analysis</a:t>
            </a:r>
            <a:r>
              <a:rPr lang="en-US" sz="800" dirty="0"/>
              <a:t> </a:t>
            </a:r>
          </a:p>
        </p:txBody>
      </p:sp>
    </p:spTree>
    <p:extLst>
      <p:ext uri="{BB962C8B-B14F-4D97-AF65-F5344CB8AC3E}">
        <p14:creationId xmlns:p14="http://schemas.microsoft.com/office/powerpoint/2010/main" val="1472530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82BBBCA9-1395-8F4C-9049-9139CAB91CDA}"/>
              </a:ext>
            </a:extLst>
          </p:cNvPr>
          <p:cNvSpPr/>
          <p:nvPr/>
        </p:nvSpPr>
        <p:spPr>
          <a:xfrm>
            <a:off x="0" y="11880"/>
            <a:ext cx="12192000" cy="6857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CustomShape 1"/>
          <p:cNvSpPr/>
          <p:nvPr/>
        </p:nvSpPr>
        <p:spPr>
          <a:xfrm>
            <a:off x="889697" y="601920"/>
            <a:ext cx="10293805" cy="6109920"/>
          </a:xfrm>
          <a:prstGeom prst="rect">
            <a:avLst/>
          </a:prstGeom>
          <a:solidFill>
            <a:schemeClr val="bg1"/>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sp>
        <p:nvSpPr>
          <p:cNvPr id="223" name="CustomShape 3"/>
          <p:cNvSpPr/>
          <p:nvPr/>
        </p:nvSpPr>
        <p:spPr>
          <a:xfrm>
            <a:off x="1008498" y="3792286"/>
            <a:ext cx="8406000" cy="6448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i="1" spc="-1" dirty="0">
                <a:solidFill>
                  <a:srgbClr val="008000"/>
                </a:solidFill>
                <a:latin typeface="Consolas"/>
                <a:ea typeface="ＭＳ Ｐゴシック"/>
              </a:rPr>
              <a:t># </a:t>
            </a:r>
            <a:r>
              <a:rPr lang="nl-NL" i="1" spc="-1" dirty="0">
                <a:solidFill>
                  <a:srgbClr val="008000"/>
                </a:solidFill>
                <a:latin typeface="Consolas"/>
                <a:ea typeface="ＭＳ Ｐゴシック"/>
              </a:rPr>
              <a:t>maak een vector van uniforme verdeling en plot deze</a:t>
            </a:r>
          </a:p>
          <a:p>
            <a:pPr>
              <a:lnSpc>
                <a:spcPct val="100000"/>
              </a:lnSpc>
            </a:pPr>
            <a:r>
              <a:rPr lang="en-US" spc="-1" dirty="0">
                <a:solidFill>
                  <a:srgbClr val="000000"/>
                </a:solidFill>
                <a:latin typeface="Consolas" panose="020B0609020204030204" pitchFamily="49" charset="0"/>
                <a:ea typeface="ＭＳ Ｐゴシック"/>
              </a:rPr>
              <a:t>s = </a:t>
            </a:r>
            <a:r>
              <a:rPr lang="en-US" spc="-1" dirty="0" err="1">
                <a:solidFill>
                  <a:srgbClr val="000000"/>
                </a:solidFill>
                <a:latin typeface="Consolas" panose="020B0609020204030204" pitchFamily="49" charset="0"/>
                <a:ea typeface="ＭＳ Ｐゴシック"/>
              </a:rPr>
              <a:t>np.random.normal</a:t>
            </a:r>
            <a:r>
              <a:rPr lang="en-US" spc="-1" dirty="0">
                <a:solidFill>
                  <a:srgbClr val="000000"/>
                </a:solidFill>
                <a:latin typeface="Consolas" panose="020B0609020204030204" pitchFamily="49" charset="0"/>
                <a:ea typeface="ＭＳ Ｐゴシック"/>
              </a:rPr>
              <a:t>(10,5,1000)</a:t>
            </a:r>
            <a:endParaRPr lang="en-US" spc="-1" dirty="0">
              <a:latin typeface="Consolas" panose="020B0609020204030204" pitchFamily="49" charset="0"/>
            </a:endParaRPr>
          </a:p>
        </p:txBody>
      </p:sp>
      <p:sp>
        <p:nvSpPr>
          <p:cNvPr id="224" name="CustomShape 4"/>
          <p:cNvSpPr/>
          <p:nvPr/>
        </p:nvSpPr>
        <p:spPr>
          <a:xfrm>
            <a:off x="3872817" y="5390555"/>
            <a:ext cx="790920" cy="360"/>
          </a:xfrm>
          <a:custGeom>
            <a:avLst/>
            <a:gdLst/>
            <a:ahLst/>
            <a:cxnLst/>
            <a:rect l="l" t="t" r="r" b="b"/>
            <a:pathLst>
              <a:path w="21600" h="21600">
                <a:moveTo>
                  <a:pt x="0" y="0"/>
                </a:moveTo>
                <a:lnTo>
                  <a:pt x="21600" y="21600"/>
                </a:lnTo>
              </a:path>
            </a:pathLst>
          </a:custGeom>
          <a:noFill/>
          <a:ln>
            <a:round/>
            <a:tailEnd type="triangle" w="med" len="med"/>
          </a:ln>
          <a:effectLst>
            <a:outerShdw blurRad="40000" dist="20160" dir="5400000" rotWithShape="0">
              <a:srgbClr val="000000">
                <a:alpha val="38000"/>
              </a:srgbClr>
            </a:outerShdw>
          </a:effectLst>
        </p:spPr>
        <p:style>
          <a:lnRef idx="2">
            <a:schemeClr val="accent1"/>
          </a:lnRef>
          <a:fillRef idx="0">
            <a:schemeClr val="accent1"/>
          </a:fillRef>
          <a:effectRef idx="1">
            <a:schemeClr val="accent1"/>
          </a:effectRef>
          <a:fontRef idx="minor"/>
        </p:style>
        <p:txBody>
          <a:bodyPr/>
          <a:lstStyle/>
          <a:p>
            <a:endParaRPr lang="nl-NL"/>
          </a:p>
        </p:txBody>
      </p:sp>
      <p:sp>
        <p:nvSpPr>
          <p:cNvPr id="225" name="CustomShape 5"/>
          <p:cNvSpPr/>
          <p:nvPr/>
        </p:nvSpPr>
        <p:spPr>
          <a:xfrm>
            <a:off x="1008498" y="830880"/>
            <a:ext cx="809604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pc="-1" dirty="0">
                <a:solidFill>
                  <a:srgbClr val="000000"/>
                </a:solidFill>
                <a:latin typeface="Calibri"/>
                <a:ea typeface="ＭＳ Ｐゴシック"/>
              </a:rPr>
              <a:t>Nog meer verdelingen</a:t>
            </a:r>
            <a:endParaRPr lang="nl-NL" spc="-1" dirty="0">
              <a:latin typeface="Calibri"/>
            </a:endParaRPr>
          </a:p>
        </p:txBody>
      </p:sp>
      <p:pic>
        <p:nvPicPr>
          <p:cNvPr id="226" name="Graphic 13"/>
          <p:cNvPicPr>
            <a:picLocks noChangeAspect="1"/>
          </p:cNvPicPr>
          <p:nvPr/>
        </p:nvPicPr>
        <p:blipFill>
          <a:blip r:embed="rId3"/>
          <a:stretch/>
        </p:blipFill>
        <p:spPr>
          <a:xfrm>
            <a:off x="7930285" y="3959605"/>
            <a:ext cx="3141874" cy="750310"/>
          </a:xfrm>
          <a:prstGeom prst="rect">
            <a:avLst/>
          </a:prstGeom>
          <a:ln>
            <a:noFill/>
          </a:ln>
        </p:spPr>
      </p:pic>
      <p:pic>
        <p:nvPicPr>
          <p:cNvPr id="227" name="Picture 2"/>
          <p:cNvPicPr/>
          <p:nvPr/>
        </p:nvPicPr>
        <p:blipFill>
          <a:blip r:embed="rId4"/>
          <a:stretch/>
        </p:blipFill>
        <p:spPr>
          <a:xfrm>
            <a:off x="2763093" y="1816861"/>
            <a:ext cx="2788560" cy="1858680"/>
          </a:xfrm>
          <a:prstGeom prst="rect">
            <a:avLst/>
          </a:prstGeom>
          <a:ln>
            <a:noFill/>
          </a:ln>
        </p:spPr>
      </p:pic>
      <p:sp>
        <p:nvSpPr>
          <p:cNvPr id="228" name="CustomShape 6"/>
          <p:cNvSpPr/>
          <p:nvPr/>
        </p:nvSpPr>
        <p:spPr>
          <a:xfrm>
            <a:off x="1008498" y="1295100"/>
            <a:ext cx="64044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nl-NL" spc="-1" dirty="0">
                <a:solidFill>
                  <a:srgbClr val="000000"/>
                </a:solidFill>
                <a:latin typeface="Consolas" panose="020B0609020204030204" pitchFamily="49" charset="0"/>
                <a:ea typeface="ＭＳ Ｐゴシック"/>
              </a:rPr>
              <a:t>s = </a:t>
            </a:r>
            <a:r>
              <a:rPr lang="nl-NL" spc="-1" dirty="0" err="1">
                <a:solidFill>
                  <a:srgbClr val="000000"/>
                </a:solidFill>
                <a:latin typeface="Consolas" panose="020B0609020204030204" pitchFamily="49" charset="0"/>
                <a:ea typeface="ＭＳ Ｐゴシック"/>
              </a:rPr>
              <a:t>np.random.uniform</a:t>
            </a:r>
            <a:r>
              <a:rPr lang="nl-NL" spc="-1" dirty="0">
                <a:solidFill>
                  <a:srgbClr val="000000"/>
                </a:solidFill>
                <a:latin typeface="Consolas" panose="020B0609020204030204" pitchFamily="49" charset="0"/>
                <a:ea typeface="ＭＳ Ｐゴシック"/>
              </a:rPr>
              <a:t>(-</a:t>
            </a:r>
            <a:r>
              <a:rPr lang="nl-NL" spc="-1" dirty="0">
                <a:solidFill>
                  <a:srgbClr val="006666"/>
                </a:solidFill>
                <a:latin typeface="Consolas" panose="020B0609020204030204" pitchFamily="49" charset="0"/>
                <a:ea typeface="ＭＳ Ｐゴシック"/>
              </a:rPr>
              <a:t>1</a:t>
            </a:r>
            <a:r>
              <a:rPr lang="nl-NL" spc="-1" dirty="0">
                <a:solidFill>
                  <a:srgbClr val="000000"/>
                </a:solidFill>
                <a:latin typeface="Consolas" panose="020B0609020204030204" pitchFamily="49" charset="0"/>
                <a:ea typeface="ＭＳ Ｐゴシック"/>
              </a:rPr>
              <a:t>, </a:t>
            </a:r>
            <a:r>
              <a:rPr lang="nl-NL" spc="-1" dirty="0">
                <a:solidFill>
                  <a:srgbClr val="006666"/>
                </a:solidFill>
                <a:latin typeface="Consolas" panose="020B0609020204030204" pitchFamily="49" charset="0"/>
                <a:ea typeface="ＭＳ Ｐゴシック"/>
              </a:rPr>
              <a:t>0</a:t>
            </a:r>
            <a:r>
              <a:rPr lang="nl-NL" spc="-1" dirty="0">
                <a:solidFill>
                  <a:srgbClr val="000000"/>
                </a:solidFill>
                <a:latin typeface="Consolas" panose="020B0609020204030204" pitchFamily="49" charset="0"/>
                <a:ea typeface="ＭＳ Ｐゴシック"/>
              </a:rPr>
              <a:t>, </a:t>
            </a:r>
            <a:r>
              <a:rPr lang="nl-NL" spc="-1" dirty="0">
                <a:solidFill>
                  <a:srgbClr val="006666"/>
                </a:solidFill>
                <a:latin typeface="Consolas" panose="020B0609020204030204" pitchFamily="49" charset="0"/>
                <a:ea typeface="ＭＳ Ｐゴシック"/>
              </a:rPr>
              <a:t>1000</a:t>
            </a:r>
            <a:r>
              <a:rPr lang="nl-NL" spc="-1" dirty="0">
                <a:solidFill>
                  <a:srgbClr val="000000"/>
                </a:solidFill>
                <a:latin typeface="Consolas" panose="020B0609020204030204" pitchFamily="49" charset="0"/>
                <a:ea typeface="ＭＳ Ｐゴシック"/>
              </a:rPr>
              <a:t>)</a:t>
            </a:r>
            <a:endParaRPr lang="en-US" spc="-1" dirty="0">
              <a:latin typeface="Consolas" panose="020B0609020204030204" pitchFamily="49" charset="0"/>
            </a:endParaRPr>
          </a:p>
        </p:txBody>
      </p:sp>
      <p:sp>
        <p:nvSpPr>
          <p:cNvPr id="229" name="CustomShape 7"/>
          <p:cNvSpPr/>
          <p:nvPr/>
        </p:nvSpPr>
        <p:spPr>
          <a:xfrm>
            <a:off x="1008498" y="1860837"/>
            <a:ext cx="1699866"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nl-NL" spc="-1" dirty="0" err="1">
                <a:solidFill>
                  <a:srgbClr val="000000"/>
                </a:solidFill>
                <a:latin typeface="Consolas" panose="020B0609020204030204" pitchFamily="49" charset="0"/>
                <a:ea typeface="ＭＳ Ｐゴシック"/>
              </a:rPr>
              <a:t>plt.hist</a:t>
            </a:r>
            <a:r>
              <a:rPr lang="nl-NL" spc="-1" dirty="0">
                <a:solidFill>
                  <a:srgbClr val="880000"/>
                </a:solidFill>
                <a:latin typeface="Consolas" panose="020B0609020204030204" pitchFamily="49" charset="0"/>
                <a:ea typeface="ＭＳ Ｐゴシック"/>
              </a:rPr>
              <a:t>(s)</a:t>
            </a:r>
            <a:r>
              <a:rPr lang="nl-NL" spc="-1" dirty="0">
                <a:solidFill>
                  <a:srgbClr val="000000"/>
                </a:solidFill>
                <a:latin typeface="Consolas" panose="020B0609020204030204" pitchFamily="49" charset="0"/>
                <a:ea typeface="ＭＳ Ｐゴシック"/>
              </a:rPr>
              <a:t> </a:t>
            </a:r>
            <a:endParaRPr lang="en-US" spc="-1" dirty="0">
              <a:latin typeface="Consolas" panose="020B0609020204030204" pitchFamily="49" charset="0"/>
            </a:endParaRPr>
          </a:p>
          <a:p>
            <a:pPr>
              <a:lnSpc>
                <a:spcPct val="100000"/>
              </a:lnSpc>
            </a:pPr>
            <a:r>
              <a:rPr lang="nl-NL" spc="-1" dirty="0" err="1">
                <a:solidFill>
                  <a:srgbClr val="000000"/>
                </a:solidFill>
                <a:latin typeface="Consolas" panose="020B0609020204030204" pitchFamily="49" charset="0"/>
                <a:ea typeface="ＭＳ Ｐゴシック"/>
              </a:rPr>
              <a:t>plt.show</a:t>
            </a:r>
            <a:r>
              <a:rPr lang="nl-NL" spc="-1" dirty="0">
                <a:solidFill>
                  <a:srgbClr val="880000"/>
                </a:solidFill>
                <a:latin typeface="Consolas" panose="020B0609020204030204" pitchFamily="49" charset="0"/>
                <a:ea typeface="ＭＳ Ｐゴシック"/>
              </a:rPr>
              <a:t>()</a:t>
            </a:r>
            <a:endParaRPr lang="en-US" spc="-1" dirty="0">
              <a:latin typeface="Consolas" panose="020B0609020204030204" pitchFamily="49" charset="0"/>
            </a:endParaRPr>
          </a:p>
        </p:txBody>
      </p:sp>
      <p:sp>
        <p:nvSpPr>
          <p:cNvPr id="230" name="CustomShape 8"/>
          <p:cNvSpPr/>
          <p:nvPr/>
        </p:nvSpPr>
        <p:spPr>
          <a:xfrm>
            <a:off x="3810000" y="3105720"/>
            <a:ext cx="457164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br/>
            <a:endParaRPr lang="en-US" spc="-1">
              <a:latin typeface="Calibri"/>
            </a:endParaRPr>
          </a:p>
        </p:txBody>
      </p:sp>
      <p:sp>
        <p:nvSpPr>
          <p:cNvPr id="231" name="CustomShape 9"/>
          <p:cNvSpPr/>
          <p:nvPr/>
        </p:nvSpPr>
        <p:spPr>
          <a:xfrm>
            <a:off x="3810000" y="3105720"/>
            <a:ext cx="457164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br/>
            <a:endParaRPr lang="en-US" spc="-1">
              <a:latin typeface="Calibri"/>
            </a:endParaRPr>
          </a:p>
        </p:txBody>
      </p:sp>
      <p:pic>
        <p:nvPicPr>
          <p:cNvPr id="232" name="Picture 4"/>
          <p:cNvPicPr/>
          <p:nvPr/>
        </p:nvPicPr>
        <p:blipFill>
          <a:blip r:embed="rId5"/>
          <a:stretch/>
        </p:blipFill>
        <p:spPr>
          <a:xfrm>
            <a:off x="4825541" y="4576430"/>
            <a:ext cx="2810880" cy="1858680"/>
          </a:xfrm>
          <a:prstGeom prst="rect">
            <a:avLst/>
          </a:prstGeom>
          <a:ln>
            <a:noFill/>
          </a:ln>
        </p:spPr>
      </p:pic>
      <p:pic>
        <p:nvPicPr>
          <p:cNvPr id="233" name="Picture 6"/>
          <p:cNvPicPr/>
          <p:nvPr/>
        </p:nvPicPr>
        <p:blipFill>
          <a:blip r:embed="rId6"/>
          <a:stretch/>
        </p:blipFill>
        <p:spPr>
          <a:xfrm>
            <a:off x="1171657" y="4648052"/>
            <a:ext cx="2539356" cy="172460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F0F069C1-E373-E940-9D08-86C6A2BF9910}"/>
              </a:ext>
            </a:extLst>
          </p:cNvPr>
          <p:cNvSpPr/>
          <p:nvPr/>
        </p:nvSpPr>
        <p:spPr>
          <a:xfrm>
            <a:off x="0" y="11880"/>
            <a:ext cx="12192000" cy="6857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CustomShape 1"/>
          <p:cNvSpPr/>
          <p:nvPr/>
        </p:nvSpPr>
        <p:spPr>
          <a:xfrm>
            <a:off x="1627680" y="471960"/>
            <a:ext cx="8695800" cy="6109920"/>
          </a:xfrm>
          <a:prstGeom prst="rect">
            <a:avLst/>
          </a:prstGeom>
          <a:solidFill>
            <a:schemeClr val="bg1"/>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sp>
        <p:nvSpPr>
          <p:cNvPr id="235" name="CustomShape 2"/>
          <p:cNvSpPr/>
          <p:nvPr/>
        </p:nvSpPr>
        <p:spPr>
          <a:xfrm>
            <a:off x="1868160" y="1047600"/>
            <a:ext cx="8597520" cy="6448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endParaRPr lang="en-US" spc="-1" dirty="0">
              <a:latin typeface="Calibri"/>
            </a:endParaRPr>
          </a:p>
          <a:p>
            <a:pPr>
              <a:lnSpc>
                <a:spcPct val="100000"/>
              </a:lnSpc>
            </a:pPr>
            <a:r>
              <a:rPr lang="en-US" spc="-1" dirty="0" err="1">
                <a:solidFill>
                  <a:srgbClr val="000000"/>
                </a:solidFill>
                <a:latin typeface="Consolas" panose="020B0609020204030204" pitchFamily="49" charset="0"/>
                <a:ea typeface="ＭＳ Ｐゴシック"/>
              </a:rPr>
              <a:t>np.random.choice</a:t>
            </a:r>
            <a:r>
              <a:rPr lang="en-US" spc="-1" dirty="0">
                <a:solidFill>
                  <a:srgbClr val="000000"/>
                </a:solidFill>
                <a:latin typeface="Consolas" panose="020B0609020204030204" pitchFamily="49" charset="0"/>
                <a:ea typeface="ＭＳ Ｐゴシック"/>
              </a:rPr>
              <a:t>(6, 30)</a:t>
            </a:r>
            <a:endParaRPr lang="en-US" spc="-1" dirty="0">
              <a:latin typeface="Consolas" panose="020B0609020204030204" pitchFamily="49" charset="0"/>
            </a:endParaRPr>
          </a:p>
        </p:txBody>
      </p:sp>
      <p:sp>
        <p:nvSpPr>
          <p:cNvPr id="237" name="CustomShape 4"/>
          <p:cNvSpPr/>
          <p:nvPr/>
        </p:nvSpPr>
        <p:spPr>
          <a:xfrm>
            <a:off x="1941960" y="6060600"/>
            <a:ext cx="4571640" cy="521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400" u="sng" spc="-1" dirty="0">
                <a:solidFill>
                  <a:srgbClr val="0000FF"/>
                </a:solidFill>
                <a:latin typeface="Arial"/>
                <a:ea typeface="ＭＳ Ｐゴシック"/>
                <a:hlinkClick r:id="rId3"/>
              </a:rPr>
              <a:t>https://docs.scipy.org/doc/numpy-1.10.4/reference/generated/numpy.random.choice.html</a:t>
            </a:r>
            <a:r>
              <a:rPr lang="en-US" sz="1400" spc="-1" dirty="0">
                <a:solidFill>
                  <a:srgbClr val="000000"/>
                </a:solidFill>
                <a:latin typeface="Arial"/>
                <a:ea typeface="ＭＳ Ｐゴシック"/>
              </a:rPr>
              <a:t> </a:t>
            </a:r>
            <a:endParaRPr lang="en-US" sz="1400" spc="-1" dirty="0">
              <a:latin typeface="Calibri"/>
            </a:endParaRPr>
          </a:p>
        </p:txBody>
      </p:sp>
      <p:pic>
        <p:nvPicPr>
          <p:cNvPr id="238" name="Picture 2"/>
          <p:cNvPicPr/>
          <p:nvPr/>
        </p:nvPicPr>
        <p:blipFill>
          <a:blip r:embed="rId4">
            <a:extLst>
              <a:ext uri="{28A0092B-C50C-407E-A947-70E740481C1C}">
                <a14:useLocalDpi xmlns:a14="http://schemas.microsoft.com/office/drawing/2010/main" val="0"/>
              </a:ext>
            </a:extLst>
          </a:blip>
          <a:srcRect/>
          <a:stretch/>
        </p:blipFill>
        <p:spPr>
          <a:xfrm>
            <a:off x="5116457" y="2604960"/>
            <a:ext cx="4673125" cy="314928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728A1-402D-C84B-D3A6-964070F54D05}"/>
              </a:ext>
            </a:extLst>
          </p:cNvPr>
          <p:cNvSpPr>
            <a:spLocks noGrp="1"/>
          </p:cNvSpPr>
          <p:nvPr>
            <p:ph type="title"/>
          </p:nvPr>
        </p:nvSpPr>
        <p:spPr>
          <a:xfrm>
            <a:off x="609600" y="575158"/>
            <a:ext cx="10972320" cy="1144800"/>
          </a:xfrm>
        </p:spPr>
        <p:txBody>
          <a:bodyPr/>
          <a:lstStyle/>
          <a:p>
            <a:r>
              <a:rPr lang="nl-NL" dirty="0"/>
              <a:t>Bar Chart</a:t>
            </a:r>
            <a:endParaRPr lang="en-US" dirty="0"/>
          </a:p>
        </p:txBody>
      </p:sp>
      <p:pic>
        <p:nvPicPr>
          <p:cNvPr id="5122" name="Picture 2" descr="How to find the main features in a bar chart - DC IELTS - a teacher's guide  to IELTS">
            <a:extLst>
              <a:ext uri="{FF2B5EF4-FFF2-40B4-BE49-F238E27FC236}">
                <a16:creationId xmlns:a16="http://schemas.microsoft.com/office/drawing/2014/main" id="{7D628C6D-3738-8644-6763-B8E2D1777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4678" y="1604520"/>
            <a:ext cx="7134512" cy="4893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363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041FCFDB-B4B9-FC46-9D7F-2B5DF3E02D6A}"/>
              </a:ext>
            </a:extLst>
          </p:cNvPr>
          <p:cNvSpPr/>
          <p:nvPr/>
        </p:nvSpPr>
        <p:spPr>
          <a:xfrm>
            <a:off x="0" y="11880"/>
            <a:ext cx="12192000" cy="6857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TextShape 1"/>
          <p:cNvSpPr txBox="1"/>
          <p:nvPr/>
        </p:nvSpPr>
        <p:spPr>
          <a:xfrm>
            <a:off x="1981200" y="944640"/>
            <a:ext cx="8229240" cy="1142640"/>
          </a:xfrm>
          <a:prstGeom prst="rect">
            <a:avLst/>
          </a:prstGeom>
          <a:noFill/>
          <a:ln>
            <a:noFill/>
          </a:ln>
        </p:spPr>
        <p:txBody>
          <a:bodyPr anchor="ctr">
            <a:noAutofit/>
          </a:bodyPr>
          <a:lstStyle/>
          <a:p>
            <a:endParaRPr lang="nl-NL" sz="3200" spc="-1">
              <a:solidFill>
                <a:srgbClr val="000000"/>
              </a:solidFill>
              <a:latin typeface="Arial"/>
            </a:endParaRPr>
          </a:p>
        </p:txBody>
      </p:sp>
      <p:sp>
        <p:nvSpPr>
          <p:cNvPr id="349" name="TextShape 2"/>
          <p:cNvSpPr txBox="1"/>
          <p:nvPr/>
        </p:nvSpPr>
        <p:spPr>
          <a:xfrm>
            <a:off x="1981200" y="2086920"/>
            <a:ext cx="8229240" cy="4038840"/>
          </a:xfrm>
          <a:prstGeom prst="rect">
            <a:avLst/>
          </a:prstGeom>
          <a:noFill/>
          <a:ln w="9360">
            <a:noFill/>
          </a:ln>
        </p:spPr>
        <p:txBody>
          <a:bodyPr>
            <a:noAutofit/>
          </a:bodyPr>
          <a:lstStyle/>
          <a:p>
            <a:endParaRPr lang="nl-NL" sz="2000" spc="-1">
              <a:solidFill>
                <a:srgbClr val="000000"/>
              </a:solidFill>
              <a:latin typeface="Arial"/>
            </a:endParaRPr>
          </a:p>
        </p:txBody>
      </p:sp>
      <p:sp>
        <p:nvSpPr>
          <p:cNvPr id="350" name="TextShape 3"/>
          <p:cNvSpPr txBox="1"/>
          <p:nvPr/>
        </p:nvSpPr>
        <p:spPr>
          <a:xfrm>
            <a:off x="9779160" y="6124680"/>
            <a:ext cx="626760" cy="364680"/>
          </a:xfrm>
          <a:prstGeom prst="rect">
            <a:avLst/>
          </a:prstGeom>
          <a:noFill/>
          <a:ln>
            <a:noFill/>
          </a:ln>
        </p:spPr>
        <p:txBody>
          <a:bodyPr anchor="ctr">
            <a:noAutofit/>
          </a:bodyPr>
          <a:lstStyle/>
          <a:p>
            <a:pPr algn="r">
              <a:lnSpc>
                <a:spcPct val="100000"/>
              </a:lnSpc>
            </a:pPr>
            <a:fld id="{1F74CBB3-305C-4E16-81DA-1BC6AB8720BB}" type="slidenum">
              <a:rPr lang="nl-NL" sz="1000" spc="-1">
                <a:solidFill>
                  <a:srgbClr val="FFFFFF"/>
                </a:solidFill>
                <a:latin typeface="Arial"/>
                <a:ea typeface="Arial"/>
              </a:rPr>
              <a:t>12</a:t>
            </a:fld>
            <a:endParaRPr lang="en-US" sz="1000" spc="-1">
              <a:latin typeface="Calibri"/>
            </a:endParaRPr>
          </a:p>
        </p:txBody>
      </p:sp>
      <p:pic>
        <p:nvPicPr>
          <p:cNvPr id="351" name="Picture 2" descr="Afbeeldingsresultaat voor data correlation"/>
          <p:cNvPicPr/>
          <p:nvPr/>
        </p:nvPicPr>
        <p:blipFill>
          <a:blip r:embed="rId2"/>
          <a:stretch/>
        </p:blipFill>
        <p:spPr>
          <a:xfrm>
            <a:off x="1934040" y="1062360"/>
            <a:ext cx="8176680" cy="514440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CustomShape 1"/>
          <p:cNvSpPr/>
          <p:nvPr/>
        </p:nvSpPr>
        <p:spPr>
          <a:xfrm>
            <a:off x="0" y="0"/>
            <a:ext cx="12192000" cy="6857280"/>
          </a:xfrm>
          <a:prstGeom prst="rect">
            <a:avLst/>
          </a:prstGeom>
          <a:solidFill>
            <a:schemeClr val="tx2">
              <a:lumMod val="60000"/>
              <a:lumOff val="40000"/>
            </a:schemeClr>
          </a:solidFill>
          <a:ln>
            <a:noFill/>
          </a:ln>
          <a:effectLst>
            <a:outerShdw blurRad="4000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nl-NL"/>
          </a:p>
        </p:txBody>
      </p:sp>
      <p:sp>
        <p:nvSpPr>
          <p:cNvPr id="364" name="CustomShape 2"/>
          <p:cNvSpPr/>
          <p:nvPr/>
        </p:nvSpPr>
        <p:spPr>
          <a:xfrm>
            <a:off x="3433080" y="1941120"/>
            <a:ext cx="7196760" cy="74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4300" spc="-1" dirty="0">
                <a:solidFill>
                  <a:srgbClr val="FFFFFF"/>
                </a:solidFill>
                <a:latin typeface="Bernard MT Condensed"/>
                <a:ea typeface="ＭＳ Ｐゴシック"/>
              </a:rPr>
              <a:t>Data </a:t>
            </a:r>
            <a:r>
              <a:rPr lang="en-US" sz="4300" spc="-1" dirty="0" err="1">
                <a:solidFill>
                  <a:srgbClr val="FFFFFF"/>
                </a:solidFill>
                <a:latin typeface="Bernard MT Condensed"/>
                <a:ea typeface="ＭＳ Ｐゴシック"/>
              </a:rPr>
              <a:t>Manipulatie</a:t>
            </a:r>
            <a:endParaRPr lang="en-US" sz="4300" spc="-1" dirty="0">
              <a:latin typeface="Calibri"/>
            </a:endParaRPr>
          </a:p>
        </p:txBody>
      </p:sp>
    </p:spTree>
    <p:extLst>
      <p:ext uri="{BB962C8B-B14F-4D97-AF65-F5344CB8AC3E}">
        <p14:creationId xmlns:p14="http://schemas.microsoft.com/office/powerpoint/2010/main" val="2603117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1AD3AF-0B7B-4B53-BE20-BA4D973DAA1F}"/>
              </a:ext>
            </a:extLst>
          </p:cNvPr>
          <p:cNvSpPr>
            <a:spLocks noGrp="1"/>
          </p:cNvSpPr>
          <p:nvPr>
            <p:ph type="title"/>
          </p:nvPr>
        </p:nvSpPr>
        <p:spPr>
          <a:xfrm>
            <a:off x="609600" y="537369"/>
            <a:ext cx="10972320" cy="1144800"/>
          </a:xfrm>
        </p:spPr>
        <p:txBody>
          <a:bodyPr/>
          <a:lstStyle/>
          <a:p>
            <a:r>
              <a:rPr lang="nl-NL" dirty="0"/>
              <a:t>Data manipulatie is niet:</a:t>
            </a:r>
          </a:p>
        </p:txBody>
      </p:sp>
      <p:pic>
        <p:nvPicPr>
          <p:cNvPr id="5" name="Afbeelding 4">
            <a:extLst>
              <a:ext uri="{FF2B5EF4-FFF2-40B4-BE49-F238E27FC236}">
                <a16:creationId xmlns:a16="http://schemas.microsoft.com/office/drawing/2014/main" id="{B5F9C967-7EB4-4609-A514-6E130CE6B5F1}"/>
              </a:ext>
            </a:extLst>
          </p:cNvPr>
          <p:cNvPicPr>
            <a:picLocks noChangeAspect="1"/>
          </p:cNvPicPr>
          <p:nvPr/>
        </p:nvPicPr>
        <p:blipFill>
          <a:blip r:embed="rId2"/>
          <a:stretch>
            <a:fillRect/>
          </a:stretch>
        </p:blipFill>
        <p:spPr>
          <a:xfrm>
            <a:off x="0" y="1488033"/>
            <a:ext cx="4432528" cy="4832598"/>
          </a:xfrm>
          <a:prstGeom prst="rect">
            <a:avLst/>
          </a:prstGeom>
        </p:spPr>
      </p:pic>
      <p:pic>
        <p:nvPicPr>
          <p:cNvPr id="7" name="Afbeelding 6">
            <a:extLst>
              <a:ext uri="{FF2B5EF4-FFF2-40B4-BE49-F238E27FC236}">
                <a16:creationId xmlns:a16="http://schemas.microsoft.com/office/drawing/2014/main" id="{2C83CF7C-18E9-4564-A343-185BF7DA2FCC}"/>
              </a:ext>
            </a:extLst>
          </p:cNvPr>
          <p:cNvPicPr>
            <a:picLocks noChangeAspect="1"/>
          </p:cNvPicPr>
          <p:nvPr/>
        </p:nvPicPr>
        <p:blipFill>
          <a:blip r:embed="rId3"/>
          <a:stretch>
            <a:fillRect/>
          </a:stretch>
        </p:blipFill>
        <p:spPr>
          <a:xfrm>
            <a:off x="5117472" y="1542468"/>
            <a:ext cx="6799489" cy="4778163"/>
          </a:xfrm>
          <a:prstGeom prst="rect">
            <a:avLst/>
          </a:prstGeom>
        </p:spPr>
      </p:pic>
    </p:spTree>
    <p:extLst>
      <p:ext uri="{BB962C8B-B14F-4D97-AF65-F5344CB8AC3E}">
        <p14:creationId xmlns:p14="http://schemas.microsoft.com/office/powerpoint/2010/main" val="2069430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ndertitel 2">
            <a:extLst>
              <a:ext uri="{FF2B5EF4-FFF2-40B4-BE49-F238E27FC236}">
                <a16:creationId xmlns:a16="http://schemas.microsoft.com/office/drawing/2014/main" id="{2932EAEB-B73F-4468-9871-A4EC1300C8F9}"/>
              </a:ext>
            </a:extLst>
          </p:cNvPr>
          <p:cNvSpPr>
            <a:spLocks noGrp="1"/>
          </p:cNvSpPr>
          <p:nvPr>
            <p:ph type="subTitle"/>
          </p:nvPr>
        </p:nvSpPr>
        <p:spPr>
          <a:xfrm>
            <a:off x="833337" y="3240536"/>
            <a:ext cx="10972320" cy="1144800"/>
          </a:xfrm>
        </p:spPr>
        <p:txBody>
          <a:bodyPr/>
          <a:lstStyle/>
          <a:p>
            <a:pPr marL="108000" indent="0">
              <a:buNone/>
            </a:pPr>
            <a:r>
              <a:rPr lang="nl-NL" sz="3600" b="0" i="1" dirty="0">
                <a:solidFill>
                  <a:srgbClr val="2D2D2D"/>
                </a:solidFill>
                <a:effectLst/>
                <a:latin typeface="Noto Sans" panose="020B0502040204020203" pitchFamily="34" charset="0"/>
              </a:rPr>
              <a:t>Data manipulatie</a:t>
            </a:r>
            <a:r>
              <a:rPr lang="nl-NL" sz="3600" b="0" i="0" dirty="0">
                <a:solidFill>
                  <a:srgbClr val="2D2D2D"/>
                </a:solidFill>
                <a:effectLst/>
                <a:latin typeface="Noto Sans" panose="020B0502040204020203" pitchFamily="34" charset="0"/>
              </a:rPr>
              <a:t> betekent het organiseren of ordenen van het soort gestructureerde gegevens dat door computerprogramma's wordt gelezen, zodat ze gemakkelijker te interpreteren zijn. Het effectief uitvoeren van dit proces kan de kwaliteit van uw gegevens en analyse verbeteren. </a:t>
            </a:r>
            <a:endParaRPr lang="nl-NL" sz="3600" dirty="0"/>
          </a:p>
        </p:txBody>
      </p:sp>
    </p:spTree>
    <p:extLst>
      <p:ext uri="{BB962C8B-B14F-4D97-AF65-F5344CB8AC3E}">
        <p14:creationId xmlns:p14="http://schemas.microsoft.com/office/powerpoint/2010/main" val="4051637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DF0DEA-8701-4C35-B437-899EE9E29E2A}"/>
              </a:ext>
            </a:extLst>
          </p:cNvPr>
          <p:cNvSpPr>
            <a:spLocks noGrp="1"/>
          </p:cNvSpPr>
          <p:nvPr>
            <p:ph type="title"/>
          </p:nvPr>
        </p:nvSpPr>
        <p:spPr>
          <a:xfrm>
            <a:off x="431801" y="815945"/>
            <a:ext cx="10646363" cy="1477809"/>
          </a:xfrm>
        </p:spPr>
        <p:txBody>
          <a:bodyPr/>
          <a:lstStyle/>
          <a:p>
            <a:r>
              <a:rPr lang="nl-NL" dirty="0"/>
              <a:t>Data Filteren</a:t>
            </a:r>
          </a:p>
        </p:txBody>
      </p:sp>
      <p:sp>
        <p:nvSpPr>
          <p:cNvPr id="4" name="Tijdelijke aanduiding voor voettekst 3">
            <a:extLst>
              <a:ext uri="{FF2B5EF4-FFF2-40B4-BE49-F238E27FC236}">
                <a16:creationId xmlns:a16="http://schemas.microsoft.com/office/drawing/2014/main" id="{6874BFCB-A6D2-41A3-A009-10B604796530}"/>
              </a:ext>
            </a:extLst>
          </p:cNvPr>
          <p:cNvSpPr>
            <a:spLocks noGrp="1"/>
          </p:cNvSpPr>
          <p:nvPr>
            <p:ph type="ftr" sz="quarter" idx="16"/>
          </p:nvPr>
        </p:nvSpPr>
        <p:spPr/>
        <p:txBody>
          <a:bodyPr/>
          <a:lstStyle/>
          <a:p>
            <a:pPr>
              <a:defRPr/>
            </a:pPr>
            <a:endParaRPr lang="nl-NL" dirty="0"/>
          </a:p>
        </p:txBody>
      </p:sp>
      <p:sp>
        <p:nvSpPr>
          <p:cNvPr id="5" name="Tijdelijke aanduiding voor dianummer 4">
            <a:extLst>
              <a:ext uri="{FF2B5EF4-FFF2-40B4-BE49-F238E27FC236}">
                <a16:creationId xmlns:a16="http://schemas.microsoft.com/office/drawing/2014/main" id="{262A7D3A-E954-40AE-B2E1-ED085F0E3975}"/>
              </a:ext>
            </a:extLst>
          </p:cNvPr>
          <p:cNvSpPr>
            <a:spLocks noGrp="1"/>
          </p:cNvSpPr>
          <p:nvPr>
            <p:ph type="sldNum" sz="quarter" idx="17"/>
          </p:nvPr>
        </p:nvSpPr>
        <p:spPr/>
        <p:txBody>
          <a:bodyPr/>
          <a:lstStyle/>
          <a:p>
            <a:fld id="{49004725-3891-F142-B776-4F4F06198762}" type="slidenum">
              <a:rPr lang="nl-NL" smtClean="0"/>
              <a:pPr/>
              <a:t>16</a:t>
            </a:fld>
            <a:endParaRPr lang="nl-NL" dirty="0"/>
          </a:p>
        </p:txBody>
      </p:sp>
      <p:sp>
        <p:nvSpPr>
          <p:cNvPr id="7" name="Text Placeholder 6">
            <a:extLst>
              <a:ext uri="{FF2B5EF4-FFF2-40B4-BE49-F238E27FC236}">
                <a16:creationId xmlns:a16="http://schemas.microsoft.com/office/drawing/2014/main" id="{7E72AFAE-BC4C-9E31-33DE-A11F0A457D17}"/>
              </a:ext>
            </a:extLst>
          </p:cNvPr>
          <p:cNvSpPr>
            <a:spLocks noGrp="1"/>
          </p:cNvSpPr>
          <p:nvPr>
            <p:ph type="body" sz="quarter" idx="15"/>
          </p:nvPr>
        </p:nvSpPr>
        <p:spPr>
          <a:xfrm>
            <a:off x="431802" y="1964988"/>
            <a:ext cx="6144096" cy="4056930"/>
          </a:xfrm>
        </p:spPr>
        <p:txBody>
          <a:bodyPr/>
          <a:lstStyle/>
          <a:p>
            <a:endParaRPr lang="nl-NL" dirty="0"/>
          </a:p>
          <a:p>
            <a:r>
              <a:rPr lang="nl-NL" dirty="0"/>
              <a:t>Rijen selecteren op naam/positie</a:t>
            </a:r>
          </a:p>
          <a:p>
            <a:r>
              <a:rPr lang="nl-NL" dirty="0"/>
              <a:t>Kolommen selecteren</a:t>
            </a:r>
          </a:p>
          <a:p>
            <a:r>
              <a:rPr lang="nl-NL" dirty="0"/>
              <a:t>Dataframe filteren op inhoud (</a:t>
            </a:r>
            <a:r>
              <a:rPr lang="nl-NL" dirty="0" err="1"/>
              <a:t>bijv</a:t>
            </a:r>
            <a:r>
              <a:rPr lang="nl-NL" dirty="0"/>
              <a:t> missing </a:t>
            </a:r>
            <a:r>
              <a:rPr lang="nl-NL" dirty="0" err="1"/>
              <a:t>values</a:t>
            </a:r>
            <a:r>
              <a:rPr lang="nl-NL" dirty="0"/>
              <a:t> of specifieke subset)</a:t>
            </a:r>
          </a:p>
        </p:txBody>
      </p:sp>
      <p:pic>
        <p:nvPicPr>
          <p:cNvPr id="2050" name="Picture 2" descr="Subsetting Data Frame Rows in R">
            <a:extLst>
              <a:ext uri="{FF2B5EF4-FFF2-40B4-BE49-F238E27FC236}">
                <a16:creationId xmlns:a16="http://schemas.microsoft.com/office/drawing/2014/main" id="{3FA8C0E7-E1CD-0298-C017-69EBFA5620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696" b="25491"/>
          <a:stretch/>
        </p:blipFill>
        <p:spPr bwMode="auto">
          <a:xfrm>
            <a:off x="6672175" y="2692589"/>
            <a:ext cx="4592546" cy="1781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851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264A-70C1-5078-87A8-4845ACF0437C}"/>
              </a:ext>
            </a:extLst>
          </p:cNvPr>
          <p:cNvSpPr>
            <a:spLocks noGrp="1"/>
          </p:cNvSpPr>
          <p:nvPr>
            <p:ph type="title"/>
          </p:nvPr>
        </p:nvSpPr>
        <p:spPr/>
        <p:txBody>
          <a:bodyPr/>
          <a:lstStyle/>
          <a:p>
            <a:r>
              <a:rPr lang="nl-NL" dirty="0"/>
              <a:t>Data Sorteren</a:t>
            </a:r>
            <a:endParaRPr lang="en-US" dirty="0"/>
          </a:p>
        </p:txBody>
      </p:sp>
      <p:pic>
        <p:nvPicPr>
          <p:cNvPr id="3074" name="Picture 2" descr="Pandas - Sort a DataFrame - Data Science Parichay">
            <a:extLst>
              <a:ext uri="{FF2B5EF4-FFF2-40B4-BE49-F238E27FC236}">
                <a16:creationId xmlns:a16="http://schemas.microsoft.com/office/drawing/2014/main" id="{66F349EE-F334-AE8F-9245-212D0FA7F9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176" b="20647"/>
          <a:stretch/>
        </p:blipFill>
        <p:spPr bwMode="auto">
          <a:xfrm>
            <a:off x="782987" y="2804584"/>
            <a:ext cx="9935993" cy="2866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758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39C7-BBE7-814E-CF45-4EE7D8CD07CD}"/>
              </a:ext>
            </a:extLst>
          </p:cNvPr>
          <p:cNvSpPr>
            <a:spLocks noGrp="1"/>
          </p:cNvSpPr>
          <p:nvPr>
            <p:ph type="title"/>
          </p:nvPr>
        </p:nvSpPr>
        <p:spPr>
          <a:xfrm>
            <a:off x="431800" y="285471"/>
            <a:ext cx="10646363" cy="1477809"/>
          </a:xfrm>
        </p:spPr>
        <p:txBody>
          <a:bodyPr/>
          <a:lstStyle/>
          <a:p>
            <a:r>
              <a:rPr lang="nl-NL" dirty="0"/>
              <a:t>Long en </a:t>
            </a:r>
            <a:r>
              <a:rPr lang="nl-NL" dirty="0" err="1"/>
              <a:t>wide</a:t>
            </a:r>
            <a:r>
              <a:rPr lang="nl-NL" dirty="0"/>
              <a:t> format</a:t>
            </a:r>
            <a:endParaRPr lang="en-US" dirty="0"/>
          </a:p>
        </p:txBody>
      </p:sp>
      <p:pic>
        <p:nvPicPr>
          <p:cNvPr id="5" name="Picture 2" descr="http://garrettgman.github.io/images/tidy-9.png">
            <a:extLst>
              <a:ext uri="{FF2B5EF4-FFF2-40B4-BE49-F238E27FC236}">
                <a16:creationId xmlns:a16="http://schemas.microsoft.com/office/drawing/2014/main" id="{428F77D4-03C6-9978-D072-D6E2A0D7C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677" y="3719438"/>
            <a:ext cx="91440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garrettgman.github.io/images/tidy-1.png">
            <a:extLst>
              <a:ext uri="{FF2B5EF4-FFF2-40B4-BE49-F238E27FC236}">
                <a16:creationId xmlns:a16="http://schemas.microsoft.com/office/drawing/2014/main" id="{DF6368C1-67FB-543C-7906-9B0B04AC91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677" y="1290130"/>
            <a:ext cx="9144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83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DF0DEA-8701-4C35-B437-899EE9E29E2A}"/>
              </a:ext>
            </a:extLst>
          </p:cNvPr>
          <p:cNvSpPr>
            <a:spLocks noGrp="1"/>
          </p:cNvSpPr>
          <p:nvPr>
            <p:ph type="title"/>
          </p:nvPr>
        </p:nvSpPr>
        <p:spPr>
          <a:xfrm>
            <a:off x="431801" y="815945"/>
            <a:ext cx="10646363" cy="1477809"/>
          </a:xfrm>
        </p:spPr>
        <p:txBody>
          <a:bodyPr/>
          <a:lstStyle/>
          <a:p>
            <a:r>
              <a:rPr lang="nl-NL" dirty="0"/>
              <a:t>Nieuwe Variabelen Aanmaken</a:t>
            </a:r>
          </a:p>
        </p:txBody>
      </p:sp>
      <p:sp>
        <p:nvSpPr>
          <p:cNvPr id="3" name="Tijdelijke aanduiding voor tekst 2">
            <a:extLst>
              <a:ext uri="{FF2B5EF4-FFF2-40B4-BE49-F238E27FC236}">
                <a16:creationId xmlns:a16="http://schemas.microsoft.com/office/drawing/2014/main" id="{A66C7961-0131-4DBF-B876-C081D0ADB7B1}"/>
              </a:ext>
            </a:extLst>
          </p:cNvPr>
          <p:cNvSpPr>
            <a:spLocks noGrp="1"/>
          </p:cNvSpPr>
          <p:nvPr>
            <p:ph type="body" sz="quarter" idx="15"/>
          </p:nvPr>
        </p:nvSpPr>
        <p:spPr>
          <a:xfrm>
            <a:off x="423804" y="2197915"/>
            <a:ext cx="10638367" cy="3217333"/>
          </a:xfrm>
        </p:spPr>
        <p:txBody>
          <a:bodyPr>
            <a:normAutofit/>
          </a:bodyPr>
          <a:lstStyle/>
          <a:p>
            <a:pPr marL="108000" indent="0">
              <a:buNone/>
            </a:pPr>
            <a:r>
              <a:rPr lang="nl-NL" dirty="0"/>
              <a:t>Soms wil je nieuwe kolommen toevoegen met een zelfontworpen variabele (</a:t>
            </a:r>
            <a:r>
              <a:rPr lang="nl-NL" dirty="0" err="1"/>
              <a:t>calculated</a:t>
            </a:r>
            <a:r>
              <a:rPr lang="nl-NL" dirty="0"/>
              <a:t> columns)</a:t>
            </a:r>
          </a:p>
          <a:p>
            <a:pPr marL="108000" indent="0">
              <a:buNone/>
            </a:pPr>
            <a:endParaRPr lang="nl-NL" dirty="0"/>
          </a:p>
          <a:p>
            <a:pPr lvl="1"/>
            <a:r>
              <a:rPr lang="nl-NL" dirty="0"/>
              <a:t>Percentage van totaal</a:t>
            </a:r>
          </a:p>
          <a:p>
            <a:pPr lvl="1"/>
            <a:r>
              <a:rPr lang="nl-NL" dirty="0"/>
              <a:t>Telling van aantal metingen binnen een groep</a:t>
            </a:r>
          </a:p>
          <a:p>
            <a:pPr lvl="1"/>
            <a:r>
              <a:rPr lang="nl-NL" dirty="0"/>
              <a:t>Afgeleide van een </a:t>
            </a:r>
            <a:r>
              <a:rPr lang="nl-NL" dirty="0" err="1"/>
              <a:t>datetime</a:t>
            </a:r>
            <a:endParaRPr lang="nl-NL" dirty="0"/>
          </a:p>
          <a:p>
            <a:pPr lvl="1"/>
            <a:r>
              <a:rPr lang="nl-NL" dirty="0"/>
              <a:t>Berekening van een nieuwe variabele uit bestaande informatie</a:t>
            </a:r>
          </a:p>
          <a:p>
            <a:pPr lvl="1"/>
            <a:endParaRPr lang="nl-NL" dirty="0"/>
          </a:p>
        </p:txBody>
      </p:sp>
      <p:sp>
        <p:nvSpPr>
          <p:cNvPr id="4" name="Tijdelijke aanduiding voor voettekst 3">
            <a:extLst>
              <a:ext uri="{FF2B5EF4-FFF2-40B4-BE49-F238E27FC236}">
                <a16:creationId xmlns:a16="http://schemas.microsoft.com/office/drawing/2014/main" id="{6874BFCB-A6D2-41A3-A009-10B604796530}"/>
              </a:ext>
            </a:extLst>
          </p:cNvPr>
          <p:cNvSpPr>
            <a:spLocks noGrp="1"/>
          </p:cNvSpPr>
          <p:nvPr>
            <p:ph type="ftr" sz="quarter" idx="16"/>
          </p:nvPr>
        </p:nvSpPr>
        <p:spPr>
          <a:xfrm>
            <a:off x="962025" y="0"/>
            <a:ext cx="0" cy="0"/>
          </a:xfrm>
        </p:spPr>
        <p:txBody>
          <a:bodyPr/>
          <a:lstStyle/>
          <a:p>
            <a:pPr>
              <a:defRPr/>
            </a:pPr>
            <a:endParaRPr lang="nl-NL" dirty="0"/>
          </a:p>
        </p:txBody>
      </p:sp>
      <p:sp>
        <p:nvSpPr>
          <p:cNvPr id="5" name="Tijdelijke aanduiding voor dianummer 4">
            <a:extLst>
              <a:ext uri="{FF2B5EF4-FFF2-40B4-BE49-F238E27FC236}">
                <a16:creationId xmlns:a16="http://schemas.microsoft.com/office/drawing/2014/main" id="{262A7D3A-E954-40AE-B2E1-ED085F0E3975}"/>
              </a:ext>
            </a:extLst>
          </p:cNvPr>
          <p:cNvSpPr>
            <a:spLocks noGrp="1"/>
          </p:cNvSpPr>
          <p:nvPr>
            <p:ph type="sldNum" sz="quarter" idx="17"/>
          </p:nvPr>
        </p:nvSpPr>
        <p:spPr/>
        <p:txBody>
          <a:bodyPr/>
          <a:lstStyle/>
          <a:p>
            <a:fld id="{49004725-3891-F142-B776-4F4F06198762}" type="slidenum">
              <a:rPr lang="nl-NL" smtClean="0"/>
              <a:pPr/>
              <a:t>19</a:t>
            </a:fld>
            <a:endParaRPr lang="nl-NL" dirty="0"/>
          </a:p>
        </p:txBody>
      </p:sp>
    </p:spTree>
    <p:extLst>
      <p:ext uri="{BB962C8B-B14F-4D97-AF65-F5344CB8AC3E}">
        <p14:creationId xmlns:p14="http://schemas.microsoft.com/office/powerpoint/2010/main" val="3952005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CB91B3-D869-4C87-A69B-BB80A3A73883}"/>
              </a:ext>
            </a:extLst>
          </p:cNvPr>
          <p:cNvSpPr>
            <a:spLocks noGrp="1"/>
          </p:cNvSpPr>
          <p:nvPr>
            <p:ph type="title"/>
          </p:nvPr>
        </p:nvSpPr>
        <p:spPr/>
        <p:txBody>
          <a:bodyPr/>
          <a:lstStyle/>
          <a:p>
            <a:r>
              <a:rPr lang="nl-NL" dirty="0" err="1"/>
              <a:t>Group_by</a:t>
            </a:r>
            <a:r>
              <a:rPr lang="nl-NL" dirty="0"/>
              <a:t> functie</a:t>
            </a:r>
          </a:p>
        </p:txBody>
      </p:sp>
      <p:sp>
        <p:nvSpPr>
          <p:cNvPr id="4" name="Tijdelijke aanduiding voor voettekst 3">
            <a:extLst>
              <a:ext uri="{FF2B5EF4-FFF2-40B4-BE49-F238E27FC236}">
                <a16:creationId xmlns:a16="http://schemas.microsoft.com/office/drawing/2014/main" id="{FF354706-8BF2-4D59-A83C-1F771E96A4DD}"/>
              </a:ext>
            </a:extLst>
          </p:cNvPr>
          <p:cNvSpPr>
            <a:spLocks noGrp="1"/>
          </p:cNvSpPr>
          <p:nvPr>
            <p:ph type="ftr" sz="quarter" idx="16"/>
          </p:nvPr>
        </p:nvSpPr>
        <p:spPr/>
        <p:txBody>
          <a:bodyPr/>
          <a:lstStyle/>
          <a:p>
            <a:pPr>
              <a:defRPr/>
            </a:pPr>
            <a:endParaRPr lang="nl-NL" dirty="0"/>
          </a:p>
        </p:txBody>
      </p:sp>
      <p:sp>
        <p:nvSpPr>
          <p:cNvPr id="5" name="Tijdelijke aanduiding voor dianummer 4">
            <a:extLst>
              <a:ext uri="{FF2B5EF4-FFF2-40B4-BE49-F238E27FC236}">
                <a16:creationId xmlns:a16="http://schemas.microsoft.com/office/drawing/2014/main" id="{4B1E5D91-327A-4835-BCAE-CCD4A767A7D8}"/>
              </a:ext>
            </a:extLst>
          </p:cNvPr>
          <p:cNvSpPr>
            <a:spLocks noGrp="1"/>
          </p:cNvSpPr>
          <p:nvPr>
            <p:ph type="sldNum" sz="quarter" idx="17"/>
          </p:nvPr>
        </p:nvSpPr>
        <p:spPr/>
        <p:txBody>
          <a:bodyPr/>
          <a:lstStyle/>
          <a:p>
            <a:fld id="{49004725-3891-F142-B776-4F4F06198762}" type="slidenum">
              <a:rPr lang="nl-NL" smtClean="0"/>
              <a:pPr/>
              <a:t>20</a:t>
            </a:fld>
            <a:endParaRPr lang="nl-NL" dirty="0"/>
          </a:p>
        </p:txBody>
      </p:sp>
      <p:pic>
        <p:nvPicPr>
          <p:cNvPr id="7" name="Picture 2">
            <a:extLst>
              <a:ext uri="{FF2B5EF4-FFF2-40B4-BE49-F238E27FC236}">
                <a16:creationId xmlns:a16="http://schemas.microsoft.com/office/drawing/2014/main" id="{83274010-952B-4F53-51F7-5870BD08BA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93" t="12084" r="68616" b="31856"/>
          <a:stretch/>
        </p:blipFill>
        <p:spPr bwMode="auto">
          <a:xfrm>
            <a:off x="5117551" y="911536"/>
            <a:ext cx="5137607" cy="35031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92E6AD47-579D-E9D1-4726-DB357C1A19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499" t="24947" r="12201" b="44435"/>
          <a:stretch/>
        </p:blipFill>
        <p:spPr bwMode="auto">
          <a:xfrm>
            <a:off x="2968238" y="4770721"/>
            <a:ext cx="6402047" cy="1698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866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7E6AB-EC1C-84EB-6508-0F5F57D294BD}"/>
              </a:ext>
            </a:extLst>
          </p:cNvPr>
          <p:cNvSpPr>
            <a:spLocks noGrp="1"/>
          </p:cNvSpPr>
          <p:nvPr>
            <p:ph type="title"/>
          </p:nvPr>
        </p:nvSpPr>
        <p:spPr>
          <a:xfrm>
            <a:off x="609600" y="846000"/>
            <a:ext cx="10972320" cy="1144800"/>
          </a:xfrm>
        </p:spPr>
        <p:txBody>
          <a:bodyPr/>
          <a:lstStyle/>
          <a:p>
            <a:r>
              <a:rPr lang="nl-NL" dirty="0"/>
              <a:t>Opdracht: wat kan je allemaal ontdekken aan de gapminder dataset? </a:t>
            </a:r>
            <a:endParaRPr lang="en-US" dirty="0"/>
          </a:p>
        </p:txBody>
      </p:sp>
      <p:sp>
        <p:nvSpPr>
          <p:cNvPr id="4" name="TextBox 3">
            <a:extLst>
              <a:ext uri="{FF2B5EF4-FFF2-40B4-BE49-F238E27FC236}">
                <a16:creationId xmlns:a16="http://schemas.microsoft.com/office/drawing/2014/main" id="{FCAC7D6D-8FFA-4349-4120-B4B6991E9BC4}"/>
              </a:ext>
            </a:extLst>
          </p:cNvPr>
          <p:cNvSpPr txBox="1"/>
          <p:nvPr/>
        </p:nvSpPr>
        <p:spPr>
          <a:xfrm>
            <a:off x="609600" y="2276272"/>
            <a:ext cx="10324289" cy="4247317"/>
          </a:xfrm>
          <a:prstGeom prst="rect">
            <a:avLst/>
          </a:prstGeom>
          <a:noFill/>
        </p:spPr>
        <p:txBody>
          <a:bodyPr wrap="square" rtlCol="0">
            <a:spAutoFit/>
          </a:bodyPr>
          <a:lstStyle/>
          <a:p>
            <a:r>
              <a:rPr lang="nl-NL" dirty="0">
                <a:latin typeface="Consolas" panose="020B0609020204030204" pitchFamily="49" charset="0"/>
              </a:rPr>
              <a:t>pip </a:t>
            </a:r>
            <a:r>
              <a:rPr lang="nl-NL" dirty="0" err="1">
                <a:latin typeface="Consolas" panose="020B0609020204030204" pitchFamily="49" charset="0"/>
              </a:rPr>
              <a:t>install</a:t>
            </a:r>
            <a:r>
              <a:rPr lang="nl-NL" dirty="0">
                <a:latin typeface="Consolas" panose="020B0609020204030204" pitchFamily="49" charset="0"/>
              </a:rPr>
              <a:t> gapminder</a:t>
            </a:r>
          </a:p>
          <a:p>
            <a:r>
              <a:rPr lang="nl-NL" dirty="0" err="1">
                <a:solidFill>
                  <a:schemeClr val="accent3">
                    <a:lumMod val="50000"/>
                  </a:schemeClr>
                </a:solidFill>
                <a:latin typeface="Consolas" panose="020B0609020204030204" pitchFamily="49" charset="0"/>
              </a:rPr>
              <a:t>from</a:t>
            </a:r>
            <a:r>
              <a:rPr lang="nl-NL" dirty="0">
                <a:latin typeface="Consolas" panose="020B0609020204030204" pitchFamily="49" charset="0"/>
              </a:rPr>
              <a:t> gapminder </a:t>
            </a:r>
            <a:r>
              <a:rPr lang="nl-NL" dirty="0">
                <a:solidFill>
                  <a:schemeClr val="accent3">
                    <a:lumMod val="50000"/>
                  </a:schemeClr>
                </a:solidFill>
                <a:latin typeface="Consolas" panose="020B0609020204030204" pitchFamily="49" charset="0"/>
              </a:rPr>
              <a:t>import</a:t>
            </a:r>
            <a:r>
              <a:rPr lang="nl-NL" dirty="0">
                <a:latin typeface="Consolas" panose="020B0609020204030204" pitchFamily="49" charset="0"/>
              </a:rPr>
              <a:t> gapminder</a:t>
            </a:r>
          </a:p>
          <a:p>
            <a:endParaRPr lang="nl-NL" dirty="0">
              <a:latin typeface="Consolas" panose="020B0609020204030204" pitchFamily="49" charset="0"/>
            </a:endParaRPr>
          </a:p>
          <a:p>
            <a:r>
              <a:rPr lang="nl-NL" dirty="0">
                <a:latin typeface="Consolas" panose="020B0609020204030204" pitchFamily="49" charset="0"/>
              </a:rPr>
              <a:t>gapminder</a:t>
            </a:r>
          </a:p>
          <a:p>
            <a:endParaRPr lang="nl-NL" dirty="0"/>
          </a:p>
          <a:p>
            <a:endParaRPr lang="nl-NL" dirty="0"/>
          </a:p>
          <a:p>
            <a:r>
              <a:rPr lang="nl-NL" sz="2400" dirty="0"/>
              <a:t>Vraag 1: welke exploratieve inzichten heb je gevonden (plak getallen, plaatjes </a:t>
            </a:r>
            <a:r>
              <a:rPr lang="nl-NL" sz="2400" dirty="0" err="1"/>
              <a:t>etc</a:t>
            </a:r>
            <a:r>
              <a:rPr lang="nl-NL" sz="2400" dirty="0"/>
              <a:t> in het gedeelde document)</a:t>
            </a:r>
          </a:p>
          <a:p>
            <a:endParaRPr lang="nl-NL" sz="2400" dirty="0"/>
          </a:p>
          <a:p>
            <a:endParaRPr lang="nl-NL" sz="2400" dirty="0"/>
          </a:p>
          <a:p>
            <a:r>
              <a:rPr lang="nl-NL" sz="2400" dirty="0"/>
              <a:t>Vraag 2: welke inzichten zou je willen krijgen maar lukt het niet om in python voor elkaar te krijgen? Schrijf ze op in het document. </a:t>
            </a:r>
          </a:p>
          <a:p>
            <a:endParaRPr lang="en-US" dirty="0"/>
          </a:p>
        </p:txBody>
      </p:sp>
    </p:spTree>
    <p:extLst>
      <p:ext uri="{BB962C8B-B14F-4D97-AF65-F5344CB8AC3E}">
        <p14:creationId xmlns:p14="http://schemas.microsoft.com/office/powerpoint/2010/main" val="3593926769"/>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4248" y="941832"/>
            <a:ext cx="8229600" cy="1143000"/>
          </a:xfrm>
          <a:prstGeom prst="rect">
            <a:avLst/>
          </a:prstGeom>
          <a:noFill/>
        </p:spPr>
        <p:txBody>
          <a:bodyPr wrap="square">
            <a:spAutoFit/>
          </a:bodyPr>
          <a:lstStyle/>
          <a:p>
            <a:pPr>
              <a:defRPr sz="3200">
                <a:solidFill>
                  <a:srgbClr val="25167A"/>
                </a:solidFill>
                <a:latin typeface="Arial"/>
              </a:defRPr>
            </a:pPr>
            <a:r>
              <a:t>Wat je bot tot nu toe kon: alleen de openingshand</a:t>
            </a:r>
          </a:p>
        </p:txBody>
      </p:sp>
      <p:sp>
        <p:nvSpPr>
          <p:cNvPr id="3" name="TextBox 2"/>
          <p:cNvSpPr txBox="1"/>
          <p:nvPr/>
        </p:nvSpPr>
        <p:spPr>
          <a:xfrm>
            <a:off x="1984248" y="2084831"/>
            <a:ext cx="8778240" cy="4041648"/>
          </a:xfrm>
          <a:prstGeom prst="rect">
            <a:avLst/>
          </a:prstGeom>
          <a:noFill/>
        </p:spPr>
        <p:txBody>
          <a:bodyPr wrap="square">
            <a:spAutoFit/>
          </a:bodyPr>
          <a:lstStyle/>
          <a:p>
            <a:pPr>
              <a:defRPr sz="1700" b="1">
                <a:solidFill>
                  <a:srgbClr val="000000"/>
                </a:solidFill>
                <a:latin typeface="Arial"/>
              </a:defRPr>
            </a:pPr>
            <a:r>
              <a:t>In week 3 rekent je bot met twee kaarten en verder niets.</a:t>
            </a:r>
          </a:p>
          <a:p>
            <a:pPr lvl="1">
              <a:defRPr sz="1400" b="0">
                <a:solidFill>
                  <a:srgbClr val="000000"/>
                </a:solidFill>
                <a:latin typeface="Arial"/>
              </a:defRPr>
            </a:pPr>
            <a:r>
              <a:t>schat_winkans(["A", "K"], tegenstanders=5) → één getal, vóór de flop</a:t>
            </a:r>
          </a:p>
          <a:p>
            <a:pPr lvl="1">
              <a:defRPr sz="1400" b="0">
                <a:solidFill>
                  <a:srgbClr val="000000"/>
                </a:solidFill>
                <a:latin typeface="Arial"/>
              </a:defRPr>
            </a:pPr>
            <a:r>
              <a:t>Dat getal verandert de hele hand niet meer — ook niet als er drie schoppen vallen</a:t>
            </a:r>
          </a:p>
          <a:p>
            <a:pPr>
              <a:spcBef>
                <a:spcPts val="1300"/>
              </a:spcBef>
              <a:defRPr sz="1700" b="1">
                <a:solidFill>
                  <a:srgbClr val="000000"/>
                </a:solidFill>
                <a:latin typeface="Arial"/>
              </a:defRPr>
            </a:pPr>
            <a:r>
              <a:t>Waarom dat kon: winkansen preflop veranderen nooit.</a:t>
            </a:r>
          </a:p>
          <a:p>
            <a:pPr lvl="1">
              <a:defRPr sz="1400" b="0">
                <a:solidFill>
                  <a:srgbClr val="000000"/>
                </a:solidFill>
                <a:latin typeface="Arial"/>
              </a:defRPr>
            </a:pPr>
            <a:r>
              <a:t>169 mogelijke starthanden, dus je rekent ze één keer uit en plakt de tabel in je bot</a:t>
            </a:r>
          </a:p>
          <a:p>
            <a:pPr lvl="1">
              <a:defRPr sz="1400" b="0">
                <a:solidFill>
                  <a:srgbClr val="000000"/>
                </a:solidFill>
                <a:latin typeface="Arial"/>
              </a:defRPr>
            </a:pPr>
            <a:r>
              <a:t>Precies waar een dictionary voor bedoeld is: sleutel → waarde</a:t>
            </a:r>
          </a:p>
          <a:p>
            <a:pPr>
              <a:spcBef>
                <a:spcPts val="1300"/>
              </a:spcBef>
              <a:defRPr sz="1700" b="1">
                <a:solidFill>
                  <a:srgbClr val="000000"/>
                </a:solidFill>
                <a:latin typeface="Arial"/>
              </a:defRPr>
            </a:pPr>
            <a:r>
              <a:t>Wat je bot dus niet weet:</a:t>
            </a:r>
          </a:p>
          <a:p>
            <a:pPr lvl="1">
              <a:defRPr sz="1400" b="0">
                <a:solidFill>
                  <a:srgbClr val="505A64"/>
                </a:solidFill>
                <a:latin typeface="Arial"/>
              </a:defRPr>
            </a:pPr>
            <a:r>
              <a:t>of het bord bij zijn kaarten past, of iemand anders aan een flush werkt</a:t>
            </a:r>
          </a:p>
        </p:txBody>
      </p:sp>
      <p:sp>
        <p:nvSpPr>
          <p:cNvPr id="4" name="TextBox 3"/>
          <p:cNvSpPr txBox="1"/>
          <p:nvPr/>
        </p:nvSpPr>
        <p:spPr>
          <a:xfrm>
            <a:off x="9774936" y="6126480"/>
            <a:ext cx="630936" cy="365760"/>
          </a:xfrm>
          <a:prstGeom prst="rect">
            <a:avLst/>
          </a:prstGeom>
          <a:noFill/>
        </p:spPr>
        <p:txBody>
          <a:bodyPr wrap="none">
            <a:spAutoFit/>
          </a:bodyPr>
          <a:lstStyle/>
          <a:p>
            <a:pPr>
              <a:defRPr sz="1200">
                <a:solidFill>
                  <a:srgbClr val="505A64"/>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4248" y="941832"/>
            <a:ext cx="8229600" cy="1143000"/>
          </a:xfrm>
          <a:prstGeom prst="rect">
            <a:avLst/>
          </a:prstGeom>
          <a:noFill/>
        </p:spPr>
        <p:txBody>
          <a:bodyPr wrap="square">
            <a:spAutoFit/>
          </a:bodyPr>
          <a:lstStyle/>
          <a:p>
            <a:pPr>
              <a:defRPr sz="3200">
                <a:solidFill>
                  <a:srgbClr val="25167A"/>
                </a:solidFill>
                <a:latin typeface="Arial"/>
              </a:defRPr>
            </a:pPr>
            <a:r>
              <a:t>Vanaf week 5: per straat opnieuw rekenen</a:t>
            </a:r>
          </a:p>
        </p:txBody>
      </p:sp>
      <p:sp>
        <p:nvSpPr>
          <p:cNvPr id="3" name="TextBox 2"/>
          <p:cNvSpPr txBox="1"/>
          <p:nvPr/>
        </p:nvSpPr>
        <p:spPr>
          <a:xfrm>
            <a:off x="1984248" y="2084831"/>
            <a:ext cx="8778240" cy="4041648"/>
          </a:xfrm>
          <a:prstGeom prst="rect">
            <a:avLst/>
          </a:prstGeom>
          <a:noFill/>
        </p:spPr>
        <p:txBody>
          <a:bodyPr wrap="square">
            <a:spAutoFit/>
          </a:bodyPr>
          <a:lstStyle/>
          <a:p>
            <a:pPr>
              <a:defRPr sz="1700" b="1">
                <a:solidFill>
                  <a:srgbClr val="000000"/>
                </a:solidFill>
                <a:latin typeface="Arial"/>
              </a:defRPr>
            </a:pPr>
            <a:r>
              <a:t>Je bot krijgt het bord erbij, en zijn eigen kaarten mét kleur.</a:t>
            </a:r>
          </a:p>
          <a:p>
            <a:pPr lvl="1">
              <a:defRPr sz="1400" b="0">
                <a:solidFill>
                  <a:srgbClr val="1B4D3E"/>
                </a:solidFill>
                <a:latin typeface="Arial"/>
              </a:defRPr>
            </a:pPr>
            <a:r>
              <a:t>schat_winkans(hand_met_kleur, bord=bord, tegenstanders=3)</a:t>
            </a:r>
          </a:p>
          <a:p>
            <a:pPr lvl="1">
              <a:defRPr sz="1400" b="0">
                <a:solidFill>
                  <a:srgbClr val="000000"/>
                </a:solidFill>
                <a:latin typeface="Arial"/>
              </a:defRPr>
            </a:pPr>
            <a:r>
              <a:t>De ontbrekende kaarten worden om jouw bord heen gedeeld — geen willekeurig bord meer</a:t>
            </a:r>
          </a:p>
          <a:p>
            <a:pPr>
              <a:spcBef>
                <a:spcPts val="1300"/>
              </a:spcBef>
              <a:defRPr sz="1700" b="1">
                <a:solidFill>
                  <a:srgbClr val="000000"/>
                </a:solidFill>
                <a:latin typeface="Arial"/>
              </a:defRPr>
            </a:pPr>
            <a:r>
              <a:t>Kleur is hier niet optioneel. Zelfde rangen, bord met drie schoppen:</a:t>
            </a:r>
          </a:p>
          <a:p>
            <a:pPr lvl="1">
              <a:defRPr sz="1400" b="0">
                <a:solidFill>
                  <a:srgbClr val="1B4D3E"/>
                </a:solidFill>
                <a:latin typeface="Arial"/>
              </a:defRPr>
            </a:pPr>
            <a:r>
              <a:t>S7 S8, allebei schoppen: 36,6% op de flop — en 94,1% op de river, met de flush</a:t>
            </a:r>
          </a:p>
          <a:p>
            <a:pPr lvl="1">
              <a:defRPr sz="1400" b="0">
                <a:solidFill>
                  <a:srgbClr val="505A64"/>
                </a:solidFill>
                <a:latin typeface="Arial"/>
              </a:defRPr>
            </a:pPr>
            <a:r>
              <a:t>H7 C8, gemengde kleuren: 8,0% op de flop — en 0,0% op de river</a:t>
            </a:r>
          </a:p>
          <a:p>
            <a:pPr>
              <a:spcBef>
                <a:spcPts val="1300"/>
              </a:spcBef>
              <a:defRPr sz="1700" b="1">
                <a:solidFill>
                  <a:srgbClr val="000000"/>
                </a:solidFill>
                <a:latin typeface="Arial"/>
              </a:defRPr>
            </a:pPr>
            <a:r>
              <a:t>En een opzoektabel werkt hier niet meer.</a:t>
            </a:r>
          </a:p>
          <a:p>
            <a:pPr lvl="1">
              <a:defRPr sz="1400" b="0">
                <a:solidFill>
                  <a:srgbClr val="000000"/>
                </a:solidFill>
                <a:latin typeface="Arial"/>
              </a:defRPr>
            </a:pPr>
            <a:r>
              <a:t>Binnen de categorie "één paar" op de flop loopt de echte winkans van 8,5% tot 75,5%</a:t>
            </a:r>
          </a:p>
          <a:p>
            <a:pPr lvl="1">
              <a:defRPr sz="1400" b="0">
                <a:solidFill>
                  <a:srgbClr val="505A64"/>
                </a:solidFill>
                <a:latin typeface="Arial"/>
              </a:defRPr>
            </a:pPr>
            <a:r>
              <a:t>Een tabelwaarde van gemiddeld 33,8% zit dan in beide richtingen ver mis</a:t>
            </a:r>
          </a:p>
        </p:txBody>
      </p:sp>
      <p:sp>
        <p:nvSpPr>
          <p:cNvPr id="4" name="TextBox 3"/>
          <p:cNvSpPr txBox="1"/>
          <p:nvPr/>
        </p:nvSpPr>
        <p:spPr>
          <a:xfrm>
            <a:off x="9774936" y="6126480"/>
            <a:ext cx="630936" cy="365760"/>
          </a:xfrm>
          <a:prstGeom prst="rect">
            <a:avLst/>
          </a:prstGeom>
          <a:noFill/>
        </p:spPr>
        <p:txBody>
          <a:bodyPr wrap="none">
            <a:spAutoFit/>
          </a:bodyPr>
          <a:lstStyle/>
          <a:p>
            <a:pPr>
              <a:defRPr sz="1200">
                <a:solidFill>
                  <a:srgbClr val="505A64"/>
                </a:solidFill>
                <a:latin typeface="Aria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4248" y="941832"/>
            <a:ext cx="8229600" cy="1143000"/>
          </a:xfrm>
          <a:prstGeom prst="rect">
            <a:avLst/>
          </a:prstGeom>
          <a:noFill/>
        </p:spPr>
        <p:txBody>
          <a:bodyPr wrap="square">
            <a:spAutoFit/>
          </a:bodyPr>
          <a:lstStyle/>
          <a:p>
            <a:pPr>
              <a:defRPr sz="3200">
                <a:solidFill>
                  <a:srgbClr val="25167A"/>
                </a:solidFill>
                <a:latin typeface="Arial"/>
              </a:defRPr>
            </a:pPr>
            <a:r>
              <a:t>Wat moest, en wat mocht — week 3</a:t>
            </a:r>
          </a:p>
        </p:txBody>
      </p:sp>
      <p:sp>
        <p:nvSpPr>
          <p:cNvPr id="3" name="TextBox 2"/>
          <p:cNvSpPr txBox="1"/>
          <p:nvPr/>
        </p:nvSpPr>
        <p:spPr>
          <a:xfrm>
            <a:off x="1984248" y="2084831"/>
            <a:ext cx="8778240" cy="4041648"/>
          </a:xfrm>
          <a:prstGeom prst="rect">
            <a:avLst/>
          </a:prstGeom>
          <a:noFill/>
        </p:spPr>
        <p:txBody>
          <a:bodyPr wrap="square">
            <a:spAutoFit/>
          </a:bodyPr>
          <a:lstStyle/>
          <a:p>
            <a:pPr>
              <a:defRPr sz="1700" b="1">
                <a:solidFill>
                  <a:srgbClr val="25167A"/>
                </a:solidFill>
                <a:latin typeface="Arial"/>
              </a:defRPr>
            </a:pPr>
            <a:r>
              <a:t>VERPLICHT — zonder dit wordt je inzending afgekeurd</a:t>
            </a:r>
          </a:p>
          <a:p>
            <a:pPr lvl="1">
              <a:defRPr sz="1400" b="0">
                <a:solidFill>
                  <a:srgbClr val="000000"/>
                </a:solidFill>
                <a:latin typeface="Arial"/>
              </a:defRPr>
            </a:pPr>
            <a:r>
              <a:t>kies_actie(hand, stack)   — die twee namen, exact zo gespeld</a:t>
            </a:r>
          </a:p>
          <a:p>
            <a:pPr lvl="1">
              <a:defRPr sz="1400" b="0">
                <a:solidFill>
                  <a:srgbClr val="000000"/>
                </a:solidFill>
                <a:latin typeface="Arial"/>
              </a:defRPr>
            </a:pPr>
            <a:r>
              <a:t>je bot geeft één string terug: fold, call, raise, all_in of grote_raise</a:t>
            </a:r>
          </a:p>
          <a:p>
            <a:pPr>
              <a:spcBef>
                <a:spcPts val="1300"/>
              </a:spcBef>
              <a:defRPr sz="1700" b="1">
                <a:solidFill>
                  <a:srgbClr val="1B4D3E"/>
                </a:solidFill>
                <a:latin typeface="Arial"/>
              </a:defRPr>
            </a:pPr>
            <a:r>
              <a:t>OPTIONEEL — je krijgt ze alleen als je ze zelf opschrijft</a:t>
            </a:r>
          </a:p>
          <a:p>
            <a:pPr lvl="1">
              <a:defRPr sz="1400" b="0">
                <a:solidFill>
                  <a:srgbClr val="1B4D3E"/>
                </a:solidFill>
                <a:latin typeface="Arial"/>
              </a:defRPr>
            </a:pPr>
            <a:r>
              <a:t>ronde · pot · inzet_om_te_callen · tegenstander_acties_deze_hand</a:t>
            </a:r>
          </a:p>
          <a:p>
            <a:pPr lvl="1">
              <a:defRPr sz="1400" b="0">
                <a:solidFill>
                  <a:srgbClr val="000000"/>
                </a:solidFill>
                <a:latin typeface="Arial"/>
              </a:defRPr>
            </a:pPr>
            <a:r>
              <a:t>De engine kijkt naar je parameternamen. Verkeerd gespeld = je krijgt hem niet.</a:t>
            </a:r>
          </a:p>
          <a:p>
            <a:pPr>
              <a:spcBef>
                <a:spcPts val="1300"/>
              </a:spcBef>
              <a:defRPr sz="1700" b="1">
                <a:solidFill>
                  <a:srgbClr val="000000"/>
                </a:solidFill>
                <a:latin typeface="Arial"/>
              </a:defRPr>
            </a:pPr>
            <a:r>
              <a:t>Twee dingen die pas aangaan mét stack:</a:t>
            </a:r>
          </a:p>
          <a:p>
            <a:pPr lvl="1">
              <a:defRPr sz="1400" b="0">
                <a:solidFill>
                  <a:srgbClr val="000000"/>
                </a:solidFill>
                <a:latin typeface="Arial"/>
              </a:defRPr>
            </a:pPr>
            <a:r>
              <a:t>all_in en grote_raise mogen dan pas — zonder te weten hoeveel je hebt kun je dat niet afwegen</a:t>
            </a:r>
          </a:p>
          <a:p>
            <a:pPr lvl="1">
              <a:defRPr sz="1400" b="0">
                <a:solidFill>
                  <a:srgbClr val="000000"/>
                </a:solidFill>
                <a:latin typeface="Arial"/>
              </a:defRPr>
            </a:pPr>
            <a:r>
              <a:t>en de cap van twee raises per straat gaat gelden</a:t>
            </a:r>
          </a:p>
        </p:txBody>
      </p:sp>
      <p:sp>
        <p:nvSpPr>
          <p:cNvPr id="4" name="TextBox 3"/>
          <p:cNvSpPr txBox="1"/>
          <p:nvPr/>
        </p:nvSpPr>
        <p:spPr>
          <a:xfrm>
            <a:off x="9774936" y="6126480"/>
            <a:ext cx="630936" cy="365760"/>
          </a:xfrm>
          <a:prstGeom prst="rect">
            <a:avLst/>
          </a:prstGeom>
          <a:noFill/>
        </p:spPr>
        <p:txBody>
          <a:bodyPr wrap="none">
            <a:spAutoFit/>
          </a:bodyPr>
          <a:lstStyle/>
          <a:p>
            <a:pPr>
              <a:defRPr sz="1200">
                <a:solidFill>
                  <a:srgbClr val="505A64"/>
                </a:solidFill>
                <a:latin typeface="Aria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4248" y="941832"/>
            <a:ext cx="8229600" cy="1143000"/>
          </a:xfrm>
          <a:prstGeom prst="rect">
            <a:avLst/>
          </a:prstGeom>
          <a:noFill/>
        </p:spPr>
        <p:txBody>
          <a:bodyPr wrap="square">
            <a:spAutoFit/>
          </a:bodyPr>
          <a:lstStyle/>
          <a:p>
            <a:pPr>
              <a:defRPr sz="3200">
                <a:solidFill>
                  <a:srgbClr val="25167A"/>
                </a:solidFill>
                <a:latin typeface="Arial"/>
              </a:defRPr>
            </a:pPr>
            <a:r>
              <a:t>De bot die niet nadenkt werd eerste</a:t>
            </a:r>
          </a:p>
        </p:txBody>
      </p:sp>
      <p:sp>
        <p:nvSpPr>
          <p:cNvPr id="3" name="TextBox 2"/>
          <p:cNvSpPr txBox="1"/>
          <p:nvPr/>
        </p:nvSpPr>
        <p:spPr>
          <a:xfrm>
            <a:off x="1984248" y="2084831"/>
            <a:ext cx="8778240" cy="4041648"/>
          </a:xfrm>
          <a:prstGeom prst="rect">
            <a:avLst/>
          </a:prstGeom>
          <a:noFill/>
        </p:spPr>
        <p:txBody>
          <a:bodyPr wrap="square">
            <a:spAutoFit/>
          </a:bodyPr>
          <a:lstStyle/>
          <a:p>
            <a:pPr>
              <a:defRPr sz="1700" b="1">
                <a:solidFill>
                  <a:srgbClr val="000000"/>
                </a:solidFill>
                <a:latin typeface="Arial"/>
              </a:defRPr>
            </a:pPr>
            <a:r>
              <a:t>Toernooi week 3, 27 bots. De uitslag bovenaan:</a:t>
            </a:r>
          </a:p>
          <a:p>
            <a:pPr lvl="1">
              <a:defRPr sz="1400" b="0">
                <a:solidFill>
                  <a:srgbClr val="1B4D3E"/>
                </a:solidFill>
                <a:latin typeface="Arial"/>
              </a:defRPr>
            </a:pPr>
            <a:r>
              <a:t>1.  Testbot_CalltAlles — 1748 chips, foldt 0,0%</a:t>
            </a:r>
          </a:p>
          <a:p>
            <a:pPr lvl="1">
              <a:defRPr sz="1400" b="0">
                <a:solidFill>
                  <a:srgbClr val="000000"/>
                </a:solidFill>
                <a:latin typeface="Arial"/>
              </a:defRPr>
            </a:pPr>
            <a:r>
              <a:t>2.  een van jullie — 1738 chips, foldt 82,5%</a:t>
            </a:r>
          </a:p>
          <a:p>
            <a:pPr lvl="1">
              <a:defRPr sz="1400" b="0">
                <a:solidFill>
                  <a:srgbClr val="000000"/>
                </a:solidFill>
                <a:latin typeface="Arial"/>
              </a:defRPr>
            </a:pPr>
            <a:r>
              <a:t>3.  een van jullie — 1256 chips, foldt 58,7%</a:t>
            </a:r>
          </a:p>
          <a:p>
            <a:pPr>
              <a:spcBef>
                <a:spcPts val="1300"/>
              </a:spcBef>
              <a:defRPr sz="1700" b="1">
                <a:solidFill>
                  <a:srgbClr val="000000"/>
                </a:solidFill>
                <a:latin typeface="Arial"/>
              </a:defRPr>
            </a:pPr>
            <a:r>
              <a:t>Die eerste is één regel: geef altijd "call" terug, wat je ook hebt.</a:t>
            </a:r>
          </a:p>
          <a:p>
            <a:pPr lvl="1">
              <a:defRPr sz="1400" b="0">
                <a:solidFill>
                  <a:srgbClr val="000000"/>
                </a:solidFill>
                <a:latin typeface="Arial"/>
              </a:defRPr>
            </a:pPr>
            <a:r>
              <a:t>Geen winkans, geen pot odds, kijkt niet eens naar zijn kaarten</a:t>
            </a:r>
          </a:p>
          <a:p>
            <a:pPr lvl="1">
              <a:defRPr sz="1400" b="0">
                <a:solidFill>
                  <a:srgbClr val="000000"/>
                </a:solidFill>
                <a:latin typeface="Arial"/>
              </a:defRPr>
            </a:pPr>
            <a:r>
              <a:t>De klas foldde 92,2% van alle beslissingen; negen bots foldden 99% of meer</a:t>
            </a:r>
          </a:p>
          <a:p>
            <a:pPr lvl="1">
              <a:defRPr sz="1400" b="0">
                <a:solidFill>
                  <a:srgbClr val="505A64"/>
                </a:solidFill>
                <a:latin typeface="Arial"/>
              </a:defRPr>
            </a:pPr>
            <a:r>
              <a:t>Correlatie tussen fold% en eindstand: -0,69 — meer folden is minder eindigen</a:t>
            </a:r>
          </a:p>
          <a:p>
            <a:pPr>
              <a:spcBef>
                <a:spcPts val="1300"/>
              </a:spcBef>
              <a:defRPr sz="1700" b="1">
                <a:solidFill>
                  <a:srgbClr val="25167A"/>
                </a:solidFill>
                <a:latin typeface="Arial"/>
              </a:defRPr>
            </a:pPr>
            <a:r>
              <a:t>Waarom verliest een bot mét regels van een bot zonder regels?</a:t>
            </a:r>
          </a:p>
        </p:txBody>
      </p:sp>
      <p:sp>
        <p:nvSpPr>
          <p:cNvPr id="4" name="TextBox 3"/>
          <p:cNvSpPr txBox="1"/>
          <p:nvPr/>
        </p:nvSpPr>
        <p:spPr>
          <a:xfrm>
            <a:off x="9774936" y="6126480"/>
            <a:ext cx="630936" cy="365760"/>
          </a:xfrm>
          <a:prstGeom prst="rect">
            <a:avLst/>
          </a:prstGeom>
          <a:noFill/>
        </p:spPr>
        <p:txBody>
          <a:bodyPr wrap="none">
            <a:spAutoFit/>
          </a:bodyPr>
          <a:lstStyle/>
          <a:p>
            <a:pPr>
              <a:defRPr sz="1200">
                <a:solidFill>
                  <a:srgbClr val="505A64"/>
                </a:solidFill>
                <a:latin typeface="Arial"/>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4e78d3a-cc61-49cd-8a14-f134b73d0dc7" xsi:nil="true"/>
    <lcf76f155ced4ddcb4097134ff3c332f xmlns="13154f4b-2f33-414c-8955-8f00ff7c60b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D8B059F7DCE246A0491CCFFD5598AC" ma:contentTypeVersion="18" ma:contentTypeDescription="Een nieuw document maken." ma:contentTypeScope="" ma:versionID="0092b0ae7f166384d445089312cd8b7a">
  <xsd:schema xmlns:xsd="http://www.w3.org/2001/XMLSchema" xmlns:xs="http://www.w3.org/2001/XMLSchema" xmlns:p="http://schemas.microsoft.com/office/2006/metadata/properties" xmlns:ns2="13154f4b-2f33-414c-8955-8f00ff7c60b7" xmlns:ns3="f4e78d3a-cc61-49cd-8a14-f134b73d0dc7" targetNamespace="http://schemas.microsoft.com/office/2006/metadata/properties" ma:root="true" ma:fieldsID="a861f29b03b293b49babd50de7945cf7" ns2:_="" ns3:_="">
    <xsd:import namespace="13154f4b-2f33-414c-8955-8f00ff7c60b7"/>
    <xsd:import namespace="f4e78d3a-cc61-49cd-8a14-f134b73d0dc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54f4b-2f33-414c-8955-8f00ff7c60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Afbeeldingtags" ma:readOnly="false" ma:fieldId="{5cf76f15-5ced-4ddc-b409-7134ff3c332f}" ma:taxonomyMulti="true" ma:sspId="32d39682-ccf7-48d8-962f-2ca2d3d56b7f"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e78d3a-cc61-49cd-8a14-f134b73d0dc7" elementFormDefault="qualified">
    <xsd:import namespace="http://schemas.microsoft.com/office/2006/documentManagement/types"/>
    <xsd:import namespace="http://schemas.microsoft.com/office/infopath/2007/PartnerControls"/>
    <xsd:element name="SharedWithUsers" ma:index="15"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Gedeeld met details" ma:internalName="SharedWithDetails" ma:readOnly="true">
      <xsd:simpleType>
        <xsd:restriction base="dms:Note">
          <xsd:maxLength value="255"/>
        </xsd:restriction>
      </xsd:simpleType>
    </xsd:element>
    <xsd:element name="TaxCatchAll" ma:index="21" nillable="true" ma:displayName="Taxonomy Catch All Column" ma:hidden="true" ma:list="{5e95476c-48fe-47d3-8cbf-a1f09fb3c5ef}" ma:internalName="TaxCatchAll" ma:showField="CatchAllData" ma:web="f4e78d3a-cc61-49cd-8a14-f134b73d0d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8ABAE5-222B-4739-9EB0-6AB4627AE394}">
  <ds:schemaRefs>
    <ds:schemaRef ds:uri="http://schemas.microsoft.com/office/2006/metadata/properties"/>
    <ds:schemaRef ds:uri="http://schemas.microsoft.com/office/infopath/2007/PartnerControls"/>
    <ds:schemaRef ds:uri="f4e78d3a-cc61-49cd-8a14-f134b73d0dc7"/>
    <ds:schemaRef ds:uri="13154f4b-2f33-414c-8955-8f00ff7c60b7"/>
  </ds:schemaRefs>
</ds:datastoreItem>
</file>

<file path=customXml/itemProps2.xml><?xml version="1.0" encoding="utf-8"?>
<ds:datastoreItem xmlns:ds="http://schemas.openxmlformats.org/officeDocument/2006/customXml" ds:itemID="{674A13D5-7154-4A31-B7EA-6415393DB0B2}">
  <ds:schemaRefs>
    <ds:schemaRef ds:uri="http://schemas.microsoft.com/sharepoint/v3/contenttype/forms"/>
  </ds:schemaRefs>
</ds:datastoreItem>
</file>

<file path=customXml/itemProps3.xml><?xml version="1.0" encoding="utf-8"?>
<ds:datastoreItem xmlns:ds="http://schemas.openxmlformats.org/officeDocument/2006/customXml" ds:itemID="{9595AF23-115A-41F7-91AD-2257F5CA22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54f4b-2f33-414c-8955-8f00ff7c60b7"/>
    <ds:schemaRef ds:uri="f4e78d3a-cc61-49cd-8a14-f134b73d0d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hva_algemeen</Template>
  <TotalTime>46174</TotalTime>
  <Words>621</Words>
  <Application>Microsoft Office PowerPoint</Application>
  <PresentationFormat>Breedbeeld</PresentationFormat>
  <Paragraphs>84</Paragraphs>
  <Slides>21</Slides>
  <Notes>3</Notes>
  <HiddenSlides>0</HiddenSlides>
  <MMClips>0</MMClips>
  <ScaleCrop>false</ScaleCrop>
  <HeadingPairs>
    <vt:vector size="6" baseType="variant">
      <vt:variant>
        <vt:lpstr>Gebruikte lettertypen</vt:lpstr>
      </vt:variant>
      <vt:variant>
        <vt:i4>8</vt:i4>
      </vt:variant>
      <vt:variant>
        <vt:lpstr>Thema</vt:lpstr>
      </vt:variant>
      <vt:variant>
        <vt:i4>3</vt:i4>
      </vt:variant>
      <vt:variant>
        <vt:lpstr>Diatitels</vt:lpstr>
      </vt:variant>
      <vt:variant>
        <vt:i4>21</vt:i4>
      </vt:variant>
    </vt:vector>
  </HeadingPairs>
  <TitlesOfParts>
    <vt:vector size="32" baseType="lpstr">
      <vt:lpstr>Arial</vt:lpstr>
      <vt:lpstr>Bernard MT Condensed</vt:lpstr>
      <vt:lpstr>Calibri</vt:lpstr>
      <vt:lpstr>Consolas</vt:lpstr>
      <vt:lpstr>Noto Sans</vt:lpstr>
      <vt:lpstr>Open Sans</vt:lpstr>
      <vt:lpstr>Symbol</vt:lpstr>
      <vt:lpstr>Wingdings</vt:lpstr>
      <vt:lpstr>Office Theme</vt:lpstr>
      <vt:lpstr>Office Theme</vt:lpstr>
      <vt:lpstr>Office Theme</vt:lpstr>
      <vt:lpstr>PowerPoint-presentatie</vt:lpstr>
      <vt:lpstr>PowerPoint-presentatie</vt:lpstr>
      <vt:lpstr>PowerPoint-presentatie</vt:lpstr>
      <vt:lpstr>PowerPoint-presentatie</vt:lpstr>
      <vt:lpstr>Beschrijvende Statistieken</vt:lpstr>
      <vt:lpstr>Verdelingen: Box Plot</vt:lpstr>
      <vt:lpstr>Verdelingen: histogram</vt:lpstr>
      <vt:lpstr>We kijken naar central tendencies per variabele</vt:lpstr>
      <vt:lpstr>PowerPoint-presentatie</vt:lpstr>
      <vt:lpstr>PowerPoint-presentatie</vt:lpstr>
      <vt:lpstr>Bar Chart</vt:lpstr>
      <vt:lpstr>PowerPoint-presentatie</vt:lpstr>
      <vt:lpstr>PowerPoint-presentatie</vt:lpstr>
      <vt:lpstr>Data manipulatie is niet:</vt:lpstr>
      <vt:lpstr>PowerPoint-presentatie</vt:lpstr>
      <vt:lpstr>Data Filteren</vt:lpstr>
      <vt:lpstr>Data Sorteren</vt:lpstr>
      <vt:lpstr>Long en wide format</vt:lpstr>
      <vt:lpstr>Nieuwe Variabelen Aanmaken</vt:lpstr>
      <vt:lpstr>Group_by functie</vt:lpstr>
      <vt:lpstr>Opdracht: wat kan je allemaal ontdekken aan de gapminder dataset? </vt:lpstr>
    </vt:vector>
  </TitlesOfParts>
  <Company>Creja ontwerpen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P.C. Bons</dc:creator>
  <dc:description/>
  <cp:lastModifiedBy>Ryan Burruss</cp:lastModifiedBy>
  <cp:revision>326</cp:revision>
  <dcterms:created xsi:type="dcterms:W3CDTF">2019-02-01T08:48:32Z</dcterms:created>
  <dcterms:modified xsi:type="dcterms:W3CDTF">2025-09-18T12:18:16Z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Creja ontwerpen</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5</vt:i4>
  </property>
  <property fmtid="{D5CDD505-2E9C-101B-9397-08002B2CF9AE}" pid="9" name="PresentationFormat">
    <vt:lpwstr>Diavoorstelling (4:3)</vt:lpwstr>
  </property>
  <property fmtid="{D5CDD505-2E9C-101B-9397-08002B2CF9AE}" pid="10" name="ScaleCrop">
    <vt:bool>false</vt:bool>
  </property>
  <property fmtid="{D5CDD505-2E9C-101B-9397-08002B2CF9AE}" pid="11" name="ShareDoc">
    <vt:bool>false</vt:bool>
  </property>
  <property fmtid="{D5CDD505-2E9C-101B-9397-08002B2CF9AE}" pid="12" name="Slides">
    <vt:i4>43</vt:i4>
  </property>
  <property fmtid="{D5CDD505-2E9C-101B-9397-08002B2CF9AE}" pid="13" name="ContentTypeId">
    <vt:lpwstr>0x01010028D8B059F7DCE246A0491CCFFD5598AC</vt:lpwstr>
  </property>
  <property fmtid="{D5CDD505-2E9C-101B-9397-08002B2CF9AE}" pid="14" name="MediaServiceImageTags">
    <vt:lpwstr/>
  </property>
</Properties>
</file>
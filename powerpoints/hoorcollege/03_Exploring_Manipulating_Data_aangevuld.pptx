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 36,6%     op de river met de flush → 94,1%</a:t>
            </a:r>
          </a:p>
          <a:p>
            <a:pPr lvl="1">
              <a:defRPr sz="1400" b="0">
                <a:solidFill>
                  <a:srgbClr val="505A64"/>
                </a:solidFill>
                <a:latin typeface="Arial"/>
              </a:defRPr>
            </a:pPr>
            <a:r>
              <a:t>H7 C8 (gemengd)              →  8,0%     op de river                   →  0,0%</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 zonder te weten hoeveel je hebt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